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8ee52741d04f58" /><Relationship Type="http://schemas.openxmlformats.org/officeDocument/2006/relationships/extended-properties" Target="/docProps/app.xml" Id="R809ee15abe314584" /><Relationship Type="http://schemas.openxmlformats.org/officeDocument/2006/relationships/officeDocument" Target="/ppt/presentation.xml" Id="R6e8d92fe106a4e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7177035957487f"/>
  </p:sldMasterIdLst>
  <p:notesMasterIdLst>
    <p:notesMasterId xmlns:r="http://schemas.openxmlformats.org/officeDocument/2006/relationships" r:id="R1f161176ad7a4e49"/>
  </p:notesMasterIdLst>
  <p:sldIdLst>
    <p:sldId xmlns:r="http://schemas.openxmlformats.org/officeDocument/2006/relationships" id="256" r:id="R9cc7450945724839"/>
    <p:sldId xmlns:r="http://schemas.openxmlformats.org/officeDocument/2006/relationships" id="257" r:id="R9c04f40b29c943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60843322c04577" /><Relationship Type="http://schemas.openxmlformats.org/officeDocument/2006/relationships/slideMaster" Target="/ppt/slideMasters/slideMaster1.xml" Id="R577177035957487f" /><Relationship Type="http://schemas.openxmlformats.org/officeDocument/2006/relationships/notesMaster" Target="/ppt/notesMasters/notesMaster1.xml" Id="R1f161176ad7a4e49" /><Relationship Type="http://schemas.openxmlformats.org/officeDocument/2006/relationships/presProps" Target="/ppt/presProps.xml" Id="Rfc304b8557ee405c" /><Relationship Type="http://schemas.openxmlformats.org/officeDocument/2006/relationships/tableStyles" Target="/ppt/tableStyles.xml" Id="Re53f331d345f4c01" /><Relationship Type="http://schemas.openxmlformats.org/officeDocument/2006/relationships/slide" Target="/ppt/slides/slide1.xml" Id="R9cc7450945724839" /><Relationship Type="http://schemas.openxmlformats.org/officeDocument/2006/relationships/slide" Target="/ppt/slides/slide2.xml" Id="R9c04f40b29c943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915a8b2d324d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1f56b2f9ed49e6" /><Relationship Type="http://schemas.openxmlformats.org/officeDocument/2006/relationships/notesMaster" Target="/ppt/notesMasters/notesMaster1.xml" Id="R9db02689482249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fe96bb5c144851" /><Relationship Type="http://schemas.openxmlformats.org/officeDocument/2006/relationships/notesMaster" Target="/ppt/notesMasters/notesMaster1.xml" Id="R25328017c45a44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【第1页讲解词｜建议时长 4至5 分钟】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这一页展示 DeepSeek Harness 的整体架构。理解这套架构时，可以先抓住一个核心判断：DSH 不是把模型、工具和存储写死在一个大型程序里，而是以 Cordis 插件树为组合中心，把 Agent 运行所需的能力按服务边界接入。启动配置决定本次运行加载哪些插件，Agent Loop 则保持相对稳定，专注于处理一轮对话和工具执行。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先看最上方的入口与运行形态。DSH 支持浏览器工作台、命令行任务、TypeScript 或 Python SDK，以及 ACP、Webhook 等自动化入口。这些入口面对的用户不同，但最终都进入同一套运行时。浏览器入口强调对话、历史和设置；命令行入口适合一次性任务和流式输出；SDK 用于把 DSH 嵌入其他系统；自动化入口则用于接收外部事件。这里的重点是入口可以变化，底层 Agent 运行机制保持一致。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第二行是启动与组合过程。dsh CLI 首先选择具名 profile，然后按顺序装载 bundles，再应用 profile 或 home patch，最后叠加命令行 patch。组合完成后形成一棵 Cordis 插件树。顺序很重要，因为后加载的配置可以对前面的组合结果做受控覆盖。profile 可以理解为运行方案，bundle 是一组可复用插件，patch 用于对具体环境做小范围调整。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中间区域是运行时核心。左侧的客户端和 Host API 负责承接 Web UI、HTTP RPC、WebSocket 流以及会话和工作区控制。Typert Gateway 根据远程 schema 完成查找和分发，使前端不需要直接了解每个后端插件的实现。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中央是 Cordis 插件树和 Agent Loop。一次 Agent 轮次从 Agent Inbox 开始。Inbox 接收用户输入，也接收其他 Agent 的 steering 消息。进入 pre-step 后，运行时领取待处理输入并执行相关 hooks。Prompt 与 LLM 阶段负责组装上下文并调用模型。模型发起工具调用后进入 Tool Pipeline，依次执行调用前处理、具体工具和调用后处理。Turn Control 决定是否继续下一步、重试或停止。这个循环只负责编排，不直接绑定某一种模型、沙箱或存储实现。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深色区域是 Append-only SessionEvent 日志。用户输入、模型回复、工具调用、工具结果以及 turn 和 step 边界都以事件方式追加。运行时不会频繁修改一份巨大状态，而是从事件日志派生会话历史、投影、回放和遥测。这一设计支持恢复、分叉和持久化，也让系统能够保留模型实际看到和产生的事实。Compaction、Goals、Jobs 和 Subagents 等横向能力同样围绕事件日志和 Agent 生命周期工作。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右侧是 Capability seams。每类能力分为 Definition、Provider 和 Consumer。Definition 规定接口，Provider 提供具体实现，Consumer 只依赖接口。例如文件执行可以连接本地文件系统、沙箱或 E2B；终端能力可以由 PTY、stdio 或 worker 提供；信息获取可以连接 Web、Skills 或 MCP。替换 Provider 时，通常不需要修改 Agent Loop，也不需要修改使用该能力的工具。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最下方列出运行时依赖的外部提供方，包括模型服务、本地执行、远程沙箱、数据持久化和外部集成。它们通过前面的 capability seam 接入，而不是直接侵入核心循环。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这一页的结论是：Profile 负责组装运行形态，Cordis 插件树负责管理服务和插件生命周期，Agent Loop 负责编排一轮执行，SessionEvent 日志负责记录可恢复事实，Capability seam 则隔离接口、实现和消费方。下一页将聚焦其中一个具体问题，也就是多个 Agent 之间如何通信，以及哪些状态放在内存、Session 或文件系统中。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https://github.com/deepseek-ai/deepseek-harness/tree/76fda729799fe9b3848dbe2c211d4b231032b81e</a:t>
            </a:r>
          </a:p>
          <a:p xmlns:a="http://schemas.openxmlformats.org/drawingml/2006/main">
            <a:r>
              <a:t>- https://github.com/deepseek-ai/deepseek-harness/blob/76fda729799fe9b3848dbe2c211d4b231032b81e/docs/architecture.zh.md</a:t>
            </a:r>
          </a:p>
          <a:p xmlns:a="http://schemas.openxmlformats.org/drawingml/2006/main">
            <a:r>
              <a:t>- https://github.com/deepseek-ai/deepseek-harness/blob/76fda729799fe9b3848dbe2c211d4b231032b81e/docs/agent-lifecycle.zh.md</a:t>
            </a:r>
          </a:p>
          <a:p xmlns:a="http://schemas.openxmlformats.org/drawingml/2006/main">
            <a:r>
              <a:t>- https://github.com/deepseek-ai/deepseek-harness/blob/76fda729799fe9b3848dbe2c211d4b231032b81e/docs/api-gateway.zh.md</a:t>
            </a:r>
          </a:p>
          <a:p xmlns:a="http://schemas.openxmlformats.org/drawingml/2006/main">
            <a:r>
              <a:t>- https://github.com/deepseek-ai/deepseek-harness/blob/76fda729799fe9b3848dbe2c211d4b231032b81e/docs/capability-seams.zh.md</a:t>
            </a:r>
          </a:p>
          <a:p xmlns:a="http://schemas.openxmlformats.org/drawingml/2006/main">
            <a:r>
              <a:t>- https://github.com/deepseek-ai/deepseek-harness/blob/76fda729799fe9b3848dbe2c211d4b231032b81e/packages/bundle/base/README.zh.md</a:t>
            </a:r>
          </a:p>
          <a:p xmlns:a="http://schemas.openxmlformats.org/drawingml/2006/main">
            <a:r>
              <a:t>- https://github.com/deepseek-ai/deepseek-harness/blob/76fda729799fe9b3848dbe2c211d4b231032b81e/packages/bundle/web-app/README.zh.md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【第2页讲解词｜建议时长 5至6 分钟】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这一页回答多 Agent 系统最常见的问题：Agent 之间究竟通过什么通信。DSH 的主要方案是显式消息接口。消息进入目标 Agent 的 Inbox，Session 日志负责持久化和恢复。共享内存用于运行时调度，共享文件用于代码和产物协作，两者都不承担正式消息总线的职责。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先看上方四类业务场景。第一类是任务委派。Lead 或父 Agent 可以创建 one-shot 子 Agent，也可以创建 continuable 子 Agent。one-shot 适合边界清楚、只需要一个最终结果的工作，例如代码审查或资料汇总；continuable 适合后续需要补充要求、追问或多轮协作的任务。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第二类是运行中干预。父 Agent 在子 Agent 已经开始工作后，仍可能补充约束或要求调整方向。DSH 不会通过修改共享变量来实现这种干预，而是调用 send_message。目标正在运行时，消息在最近的 step 边界进入处理，避免在一次模型生成或工具执行的中间位置强行插入。目标空闲时，这条消息可以启动新的轮次。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第三类是团队协作。实验性的 Agent Teams 支持 Lead 与 teammate 之间，以及 teammate 相互之间发送点对点消息。它还提供共享任务板，用于记录任务、负责人、依赖关系和状态。团队通信比普通父子通信的范围更广，但仍通过受控服务完成，并不是任意 Agent 读取一块全局共享内存。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第四类是离线恢复。如果成员暂时不在内存中，或者进程经历 reload 和恢复，消息需要继续存在。Agent Teams 会把消息先记录为 queued。目标恢复后，运行时重新投递尚未确认 delivered 的消息。这使异步协作不依赖所有 Agent 同时在线。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再看中间的消息控制面。第一步，发送者必须是一个明确的在线 Agent 身份。普通 Subagent 通信通常只允许直接父子关系；Team 通信则要求发送者和接收者属于同一个 Team。第二步，发送者调用 send_message 或 Team 的 sendMessage。它们是模型可以使用的显式通信操作。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第三步是鉴权和路由。普通 Subagent 会校验 parentSession 和当前 Activation 的所有权，只允许直接 parent 与 continuable child 相互通信。兄弟 Agent、跨多层祖先、陈旧 Agent 对象和 one-shot 子 Agent不能使用这条多轮消息路径。Team 服务则校验 peer 成员关系，并根据目标是否在线决定立即投递还是保留在队列。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第四步是 Agent.steer。它是核心投递原语。目标空闲时，steer 启动一个新轮次；目标正在执行时，消息等待最近的 step 边界。目标没有驻留 Activation、但持久 Session 仍可恢复时，运行时先执行 cold resume，再把消息交给目标。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第五步是目标 Agent Inbox。DSH 把 Inbox 作为唯一的轮次 FIFO 队列。消息生命周期可以通过 inserted、claimed 和 discarded 等事件观察。这样，一条控制消息不会绕过 Agent Loop 直接修改目标状态，而是和其他输入一样进入标准轮次。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下方两个深色区域说明持久化。目标 Session 保存 Inbox 中的消息身份、来源和 messageId。Agent Teams 还会在 Lead Session 日志中追加 team/message/queued 和 team/message/delivered。系统只有在目标 Session 已经持有该 messageId 后，才确认 delivered。发生恢复时，系统根据 queued 减去 delivered 得到待投递集合，并检查目标 Inbox 和历史记录去重。这个保证属于单进程重试加目标 Session 去重，不等同于跨进程分布式系统中的 exactly-once。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左下角的进程内运行状态包括 Activation、AgentHandle 和 ownership graph。它们负责判断 Agent 是否驻留、谁拥有子 Agent，以及如何释放资源。这些信息服务于实时调度，但持久 Session 才是恢复基础。进程重启后，系统可以依据 Session 描述符和日志重建需要的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结果回传需要区分两种模式。one-shot 子 Agent通过单次 result 返回结果，没有后续 steering 和恢复能力。continuable 子 Agent 可以接收多轮消息，并在一个 Activation 结算时向直接 parent 发送运行时通知，其中可以包含最终 assistant 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右侧给出方案边界。父子多轮通信选择 send_message 和 Agent.steer；Team 点对点协作选择持久 Mailbox 和共享任务板；共享代码和产物使用同一个 checkout，但文件变化只表示工作成果发生变化，不代表可靠消息已经送达。writeScopes 只能提示潜在文件冲突，不提供文件锁，也不授予写权限。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跨进程场景还需要单独理解。ACP、Codex、Claude Code 或 DSH SDK Provider 可以通过 stdio、SDK 或相应协议启动外部子进程，但这是 Provider 的进程边界实现。当前 Agent Teams 明确采用单进程、共享 checkout 的模型，不提供多个进程共同维护一个 Team 的一致性协议。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最终可以把方案归纳为四种职责：消息接口负责控制与协作；Session 日志负责持久化、重放和去重；进程内对象负责实时生命周期管理；文件系统负责共享代码和业务产物。进行平台集成时，应优先通过通信接口传递任务、状态和控制信息，通过文件交换大型产物，并避免把共享文件或共享变量当作可靠消息队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https://github.com/deepseek-ai/deepseek-harness/blob/76fda729799fe9b3848dbe2c211d4b231032b81e/docs/subsystems/subagent.zh.md</a:t>
            </a:r>
          </a:p>
          <a:p xmlns:a="http://schemas.openxmlformats.org/drawingml/2006/main">
            <a:r>
              <a:t>- https://github.com/deepseek-ai/deepseek-harness/blob/76fda729799fe9b3848dbe2c211d4b231032b81e/packages/experimental/agent-team/README.zh.md</a:t>
            </a:r>
          </a:p>
          <a:p xmlns:a="http://schemas.openxmlformats.org/drawingml/2006/main">
            <a:r>
              <a:t>- https://github.com/deepseek-ai/deepseek-harness/blob/76fda729799fe9b3848dbe2c211d4b231032b81e/packages/experimental/agent-team/src/mailbox.ts</a:t>
            </a:r>
          </a:p>
          <a:p xmlns:a="http://schemas.openxmlformats.org/drawingml/2006/main">
            <a:r>
              <a:t>- Source snapshot: 76fda729799fe9b3848dbe2c211d4b231032b81e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de714093dc4d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49e833861c484b" /><Relationship Type="http://schemas.openxmlformats.org/officeDocument/2006/relationships/slideLayout" Target="/ppt/slideLayouts/slideLayout1.xml" Id="Rb821ec1546bd42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21ec1546bd42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c1b476403462e" /><Relationship Type="http://schemas.openxmlformats.org/officeDocument/2006/relationships/notesSlide" Target="/ppt/notesSlides/notesSlide1.xml" Id="R22d9d58bbc5e4f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7a7cba3c14295" /><Relationship Type="http://schemas.openxmlformats.org/officeDocument/2006/relationships/notesSlide" Target="/ppt/notesSlides/notesSlide2.xml" Id="R5a1292fc4d5f4e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loop-arrow-382">
            <a:extLst xmlns:a="http://schemas.openxmlformats.org/drawingml/2006/main">
              <a:ext uri="{FF2B5EF4-FFF2-40B4-BE49-F238E27FC236}">
                <a16:creationId xmlns:a16="http://schemas.microsoft.com/office/drawing/2014/main" id="{6F5EA58B-0074-41C8-963C-4FF08EDF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9562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6BFE"/>
          </a:solidFill>
          <a:ln xmlns:a="http://schemas.openxmlformats.org/drawingml/2006/main" w="0">
            <a:solidFill>
              <a:srgbClr val="4D6BFE"/>
            </a:solidFill>
            <a:prstDash val="solid"/>
          </a:ln>
        </p:spPr>
      </p:sp>
      <p:sp>
        <p:nvSpPr>
          <p:cNvPr id="2" name="loop-arrow-512">
            <a:extLst xmlns:a="http://schemas.openxmlformats.org/drawingml/2006/main">
              <a:ext uri="{FF2B5EF4-FFF2-40B4-BE49-F238E27FC236}">
                <a16:creationId xmlns:a16="http://schemas.microsoft.com/office/drawing/2014/main" id="{7045178B-17D4-47A8-9AB7-91875E77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9562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6BFE"/>
          </a:solidFill>
          <a:ln xmlns:a="http://schemas.openxmlformats.org/drawingml/2006/main" w="0">
            <a:solidFill>
              <a:srgbClr val="4D6BFE"/>
            </a:solidFill>
            <a:prstDash val="solid"/>
          </a:ln>
        </p:spPr>
      </p:sp>
      <p:sp>
        <p:nvSpPr>
          <p:cNvPr id="3" name="loop-arrow-642">
            <a:extLst xmlns:a="http://schemas.openxmlformats.org/drawingml/2006/main">
              <a:ext uri="{FF2B5EF4-FFF2-40B4-BE49-F238E27FC236}">
                <a16:creationId xmlns:a16="http://schemas.microsoft.com/office/drawing/2014/main" id="{590D0BBA-A30B-4D23-87E2-9485C9E8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9562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6BFE"/>
          </a:solidFill>
          <a:ln xmlns:a="http://schemas.openxmlformats.org/drawingml/2006/main" w="0">
            <a:solidFill>
              <a:srgbClr val="4D6BFE"/>
            </a:solidFill>
            <a:prstDash val="solid"/>
          </a:ln>
        </p:spPr>
      </p:sp>
      <p:sp>
        <p:nvSpPr>
          <p:cNvPr id="4" name="loop-arrow-772">
            <a:extLst xmlns:a="http://schemas.openxmlformats.org/drawingml/2006/main">
              <a:ext uri="{FF2B5EF4-FFF2-40B4-BE49-F238E27FC236}">
                <a16:creationId xmlns:a16="http://schemas.microsoft.com/office/drawing/2014/main" id="{47B43D90-5195-4B09-AE77-124ACA37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9562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6BFE"/>
          </a:solidFill>
          <a:ln xmlns:a="http://schemas.openxmlformats.org/drawingml/2006/main" w="0">
            <a:solidFill>
              <a:srgbClr val="4D6BFE"/>
            </a:solidFill>
            <a:prstDash val="solid"/>
          </a:ln>
        </p:spPr>
      </p:sp>
      <p:sp>
        <p:nvSpPr>
          <p:cNvPr id="5" name="client-to-core">
            <a:extLst xmlns:a="http://schemas.openxmlformats.org/drawingml/2006/main">
              <a:ext uri="{FF2B5EF4-FFF2-40B4-BE49-F238E27FC236}">
                <a16:creationId xmlns:a16="http://schemas.microsoft.com/office/drawing/2014/main" id="{E846732C-CC56-40E0-9498-036418E0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766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6BFE"/>
          </a:solidFill>
          <a:ln xmlns:a="http://schemas.openxmlformats.org/drawingml/2006/main" w="0">
            <a:solidFill>
              <a:srgbClr val="4D6BFE"/>
            </a:solidFill>
            <a:prstDash val="solid"/>
          </a:ln>
        </p:spPr>
      </p:sp>
      <p:sp>
        <p:nvSpPr>
          <p:cNvPr id="6" name="loop-to-log">
            <a:extLst xmlns:a="http://schemas.openxmlformats.org/drawingml/2006/main">
              <a:ext uri="{FF2B5EF4-FFF2-40B4-BE49-F238E27FC236}">
                <a16:creationId xmlns:a16="http://schemas.microsoft.com/office/drawing/2014/main" id="{86E9A4CE-2E2F-433E-B3FD-6A733242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514725"/>
            <a:ext cx="22860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D6BFE"/>
          </a:solidFill>
          <a:ln xmlns:a="http://schemas.openxmlformats.org/drawingml/2006/main" w="0">
            <a:solidFill>
              <a:srgbClr val="4D6BFE"/>
            </a:solidFill>
            <a:prstDash val="solid"/>
          </a:ln>
        </p:spPr>
      </p:sp>
      <p:sp>
        <p:nvSpPr>
          <p:cNvPr id="7" name="core-to-provider">
            <a:extLst xmlns:a="http://schemas.openxmlformats.org/drawingml/2006/main">
              <a:ext uri="{FF2B5EF4-FFF2-40B4-BE49-F238E27FC236}">
                <a16:creationId xmlns:a16="http://schemas.microsoft.com/office/drawing/2014/main" id="{9E5AB9FB-F6B4-4E11-BB75-C18B4404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19700"/>
            <a:ext cx="2286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D6BFE"/>
          </a:solidFill>
          <a:ln xmlns:a="http://schemas.openxmlformats.org/drawingml/2006/main" w="0">
            <a:solidFill>
              <a:srgbClr val="4D6BFE"/>
            </a:solidFill>
            <a:prstDash val="solid"/>
          </a:ln>
        </p:spPr>
      </p:sp>
      <p:sp>
        <p:nvSpPr>
          <p:cNvPr id="8" name="seams-to-provider">
            <a:extLst xmlns:a="http://schemas.openxmlformats.org/drawingml/2006/main">
              <a:ext uri="{FF2B5EF4-FFF2-40B4-BE49-F238E27FC236}">
                <a16:creationId xmlns:a16="http://schemas.microsoft.com/office/drawing/2014/main" id="{F1EDBA92-6BA4-4190-8B9D-12EAFEBD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9700"/>
            <a:ext cx="2286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D6BFE"/>
          </a:solidFill>
          <a:ln xmlns:a="http://schemas.openxmlformats.org/drawingml/2006/main" w="0">
            <a:solidFill>
              <a:srgbClr val="4D6BFE"/>
            </a:solidFill>
            <a:prstDash val="solid"/>
          </a:ln>
        </p:spPr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B8250E4-191D-425F-BBE2-9E3D9A45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9550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DeepSeek Harness：基于 Cordis 插件树的可组合 Agent 运行时</a:t>
            </a:r>
          </a:p>
        </p:txBody>
      </p:sp>
      <p:sp>
        <p:nvSpPr>
          <p:cNvPr id="10" name="subtitle">
            <a:extLst xmlns:a="http://schemas.openxmlformats.org/drawingml/2006/main">
              <a:ext uri="{FF2B5EF4-FFF2-40B4-BE49-F238E27FC236}">
                <a16:creationId xmlns:a16="http://schemas.microsoft.com/office/drawing/2014/main" id="{33A590E4-9604-431B-BFDA-F7F69058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953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启动配置决定运行形态，Agent Loop 只负责编排；模型、工具、存储、沙箱与客户端能力都通过插件和 capability seam 接入</a:t>
            </a:r>
          </a:p>
        </p:txBody>
      </p:sp>
      <p:sp>
        <p:nvSpPr>
          <p:cNvPr id="11" name="commit-badge">
            <a:extLst xmlns:a="http://schemas.openxmlformats.org/drawingml/2006/main">
              <a:ext uri="{FF2B5EF4-FFF2-40B4-BE49-F238E27FC236}">
                <a16:creationId xmlns:a16="http://schemas.microsoft.com/office/drawing/2014/main" id="{5726E941-CB58-4E08-B3A1-97D1D81C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28600"/>
            <a:ext cx="15811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BFC9FF"/>
            </a:solidFill>
            <a:prstDash val="solid"/>
          </a:ln>
        </p:spPr>
      </p:sp>
      <p:sp>
        <p:nvSpPr>
          <p:cNvPr id="12" name="commit-label">
            <a:extLst xmlns:a="http://schemas.openxmlformats.org/drawingml/2006/main">
              <a:ext uri="{FF2B5EF4-FFF2-40B4-BE49-F238E27FC236}">
                <a16:creationId xmlns:a16="http://schemas.microsoft.com/office/drawing/2014/main" id="{E950280E-C048-49D1-8E4A-8720D87E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SOURCE SNAPSHOT</a:t>
            </a:r>
          </a:p>
        </p:txBody>
      </p:sp>
      <p:sp>
        <p:nvSpPr>
          <p:cNvPr id="13" name="commit-value">
            <a:extLst xmlns:a="http://schemas.openxmlformats.org/drawingml/2006/main">
              <a:ext uri="{FF2B5EF4-FFF2-40B4-BE49-F238E27FC236}">
                <a16:creationId xmlns:a16="http://schemas.microsoft.com/office/drawing/2014/main" id="{B6B7B4B4-4475-46FC-B81F-DA055CCE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6672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3B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3B9B"/>
                </a:solidFill>
                <a:latin typeface="Microsoft YaHei"/>
                <a:ea typeface="Microsoft YaHei"/>
                <a:cs typeface="Microsoft YaHei"/>
              </a:rPr>
              <a:t>76fda729 · master</a:t>
            </a:r>
          </a:p>
        </p:txBody>
      </p:sp>
      <p:sp>
        <p:nvSpPr>
          <p:cNvPr id="14" name="surface-label">
            <a:extLst xmlns:a="http://schemas.openxmlformats.org/drawingml/2006/main">
              <a:ext uri="{FF2B5EF4-FFF2-40B4-BE49-F238E27FC236}">
                <a16:creationId xmlns:a16="http://schemas.microsoft.com/office/drawing/2014/main" id="{04283C47-5B26-4756-9FB6-57408F35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009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入口与运行形态</a:t>
            </a:r>
          </a:p>
        </p:txBody>
      </p:sp>
      <p:sp>
        <p:nvSpPr>
          <p:cNvPr id="15" name="surface-0">
            <a:extLst xmlns:a="http://schemas.openxmlformats.org/drawingml/2006/main">
              <a:ext uri="{FF2B5EF4-FFF2-40B4-BE49-F238E27FC236}">
                <a16:creationId xmlns:a16="http://schemas.microsoft.com/office/drawing/2014/main" id="{B3FA0F40-8D8F-4245-89F4-7C814317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238250"/>
            <a:ext cx="2781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AAB8FF"/>
            </a:solidFill>
            <a:prstDash val="solid"/>
          </a:ln>
        </p:spPr>
      </p:sp>
      <p:sp>
        <p:nvSpPr>
          <p:cNvPr id="16" name="surface-tag-0">
            <a:extLst xmlns:a="http://schemas.openxmlformats.org/drawingml/2006/main">
              <a:ext uri="{FF2B5EF4-FFF2-40B4-BE49-F238E27FC236}">
                <a16:creationId xmlns:a16="http://schemas.microsoft.com/office/drawing/2014/main" id="{F02D4B3F-E09B-48B3-A821-ED4CD37C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14450"/>
            <a:ext cx="723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WEB</a:t>
            </a:r>
          </a:p>
        </p:txBody>
      </p:sp>
      <p:sp>
        <p:nvSpPr>
          <p:cNvPr id="17" name="surface-title-0">
            <a:extLst xmlns:a="http://schemas.openxmlformats.org/drawingml/2006/main">
              <a:ext uri="{FF2B5EF4-FFF2-40B4-BE49-F238E27FC236}">
                <a16:creationId xmlns:a16="http://schemas.microsoft.com/office/drawing/2014/main" id="{55F8A3CA-0144-4580-81F3-20A99FA3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5732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浏览器工作台</a:t>
            </a:r>
          </a:p>
        </p:txBody>
      </p:sp>
      <p:sp>
        <p:nvSpPr>
          <p:cNvPr id="18" name="surface-desc-0">
            <a:extLst xmlns:a="http://schemas.openxmlformats.org/drawingml/2006/main">
              <a:ext uri="{FF2B5EF4-FFF2-40B4-BE49-F238E27FC236}">
                <a16:creationId xmlns:a16="http://schemas.microsoft.com/office/drawing/2014/main" id="{9AE07D20-12DE-45C6-999E-C37F4362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811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对话、会话历史、设置</a:t>
            </a:r>
          </a:p>
        </p:txBody>
      </p:sp>
      <p:sp>
        <p:nvSpPr>
          <p:cNvPr id="19" name="surface-1">
            <a:extLst xmlns:a="http://schemas.openxmlformats.org/drawingml/2006/main">
              <a:ext uri="{FF2B5EF4-FFF2-40B4-BE49-F238E27FC236}">
                <a16:creationId xmlns:a16="http://schemas.microsoft.com/office/drawing/2014/main" id="{62A5F694-D075-4454-AAC4-BA797AB7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238250"/>
            <a:ext cx="2781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surface-tag-1">
            <a:extLst xmlns:a="http://schemas.openxmlformats.org/drawingml/2006/main">
              <a:ext uri="{FF2B5EF4-FFF2-40B4-BE49-F238E27FC236}">
                <a16:creationId xmlns:a16="http://schemas.microsoft.com/office/drawing/2014/main" id="{09A37257-2C43-4924-BC4A-1E02979B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314450"/>
            <a:ext cx="723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HEADLESS</a:t>
            </a:r>
          </a:p>
        </p:txBody>
      </p:sp>
      <p:sp>
        <p:nvSpPr>
          <p:cNvPr id="21" name="surface-title-1">
            <a:extLst xmlns:a="http://schemas.openxmlformats.org/drawingml/2006/main">
              <a:ext uri="{FF2B5EF4-FFF2-40B4-BE49-F238E27FC236}">
                <a16:creationId xmlns:a16="http://schemas.microsoft.com/office/drawing/2014/main" id="{985E0D65-0183-495F-8B35-50B40B71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5732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命令行任务</a:t>
            </a:r>
          </a:p>
        </p:txBody>
      </p:sp>
      <p:sp>
        <p:nvSpPr>
          <p:cNvPr id="22" name="surface-desc-1">
            <a:extLst xmlns:a="http://schemas.openxmlformats.org/drawingml/2006/main">
              <a:ext uri="{FF2B5EF4-FFF2-40B4-BE49-F238E27FC236}">
                <a16:creationId xmlns:a16="http://schemas.microsoft.com/office/drawing/2014/main" id="{E9B07EFA-75DC-4D6A-9D12-DCB00ED5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3811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一次性运行、流式输出</a:t>
            </a:r>
          </a:p>
        </p:txBody>
      </p:sp>
      <p:sp>
        <p:nvSpPr>
          <p:cNvPr id="23" name="surface-2">
            <a:extLst xmlns:a="http://schemas.openxmlformats.org/drawingml/2006/main">
              <a:ext uri="{FF2B5EF4-FFF2-40B4-BE49-F238E27FC236}">
                <a16:creationId xmlns:a16="http://schemas.microsoft.com/office/drawing/2014/main" id="{BA74AA10-1F9A-4A0C-9479-DABC76B7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238250"/>
            <a:ext cx="2781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surface-tag-2">
            <a:extLst xmlns:a="http://schemas.openxmlformats.org/drawingml/2006/main">
              <a:ext uri="{FF2B5EF4-FFF2-40B4-BE49-F238E27FC236}">
                <a16:creationId xmlns:a16="http://schemas.microsoft.com/office/drawing/2014/main" id="{44A42B16-25A4-4E34-B10E-0D3D7FFB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14450"/>
            <a:ext cx="723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SDK</a:t>
            </a:r>
          </a:p>
        </p:txBody>
      </p:sp>
      <p:sp>
        <p:nvSpPr>
          <p:cNvPr id="25" name="surface-title-2">
            <a:extLst xmlns:a="http://schemas.openxmlformats.org/drawingml/2006/main">
              <a:ext uri="{FF2B5EF4-FFF2-40B4-BE49-F238E27FC236}">
                <a16:creationId xmlns:a16="http://schemas.microsoft.com/office/drawing/2014/main" id="{452D2937-B3C0-43BA-8732-984B4CCF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5732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2284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TypeScript / Python</a:t>
            </a:r>
          </a:p>
        </p:txBody>
      </p:sp>
      <p:sp>
        <p:nvSpPr>
          <p:cNvPr id="26" name="surface-desc-2">
            <a:extLst xmlns:a="http://schemas.openxmlformats.org/drawingml/2006/main">
              <a:ext uri="{FF2B5EF4-FFF2-40B4-BE49-F238E27FC236}">
                <a16:creationId xmlns:a16="http://schemas.microsoft.com/office/drawing/2014/main" id="{116B7420-4BF2-4782-A643-210489BF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3811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JSON-RPC，嵌入应用</a:t>
            </a:r>
          </a:p>
        </p:txBody>
      </p:sp>
      <p:sp>
        <p:nvSpPr>
          <p:cNvPr id="27" name="surface-3">
            <a:extLst xmlns:a="http://schemas.openxmlformats.org/drawingml/2006/main">
              <a:ext uri="{FF2B5EF4-FFF2-40B4-BE49-F238E27FC236}">
                <a16:creationId xmlns:a16="http://schemas.microsoft.com/office/drawing/2014/main" id="{49ADEA53-64AD-453D-B19D-DF988601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38250"/>
            <a:ext cx="2781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surface-tag-3">
            <a:extLst xmlns:a="http://schemas.openxmlformats.org/drawingml/2006/main">
              <a:ext uri="{FF2B5EF4-FFF2-40B4-BE49-F238E27FC236}">
                <a16:creationId xmlns:a16="http://schemas.microsoft.com/office/drawing/2014/main" id="{B427811F-B95A-4ED4-A38A-79D6AE9D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314450"/>
            <a:ext cx="723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377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AUTOMATION</a:t>
            </a:r>
          </a:p>
        </p:txBody>
      </p:sp>
      <p:sp>
        <p:nvSpPr>
          <p:cNvPr id="29" name="surface-title-3">
            <a:extLst xmlns:a="http://schemas.openxmlformats.org/drawingml/2006/main">
              <a:ext uri="{FF2B5EF4-FFF2-40B4-BE49-F238E27FC236}">
                <a16:creationId xmlns:a16="http://schemas.microsoft.com/office/drawing/2014/main" id="{6E657552-CBC3-49AD-8C41-C2995381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5732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ACP / Webhook</a:t>
            </a:r>
          </a:p>
        </p:txBody>
      </p:sp>
      <p:sp>
        <p:nvSpPr>
          <p:cNvPr id="30" name="surface-desc-3">
            <a:extLst xmlns:a="http://schemas.openxmlformats.org/drawingml/2006/main">
              <a:ext uri="{FF2B5EF4-FFF2-40B4-BE49-F238E27FC236}">
                <a16:creationId xmlns:a16="http://schemas.microsoft.com/office/drawing/2014/main" id="{4EFF5C30-8BCE-4579-93C9-34DE4DF5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3811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2396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自动化入口、GitHub 事件</a:t>
            </a:r>
          </a:p>
        </p:txBody>
      </p:sp>
      <p:sp>
        <p:nvSpPr>
          <p:cNvPr id="31" name="composition-band">
            <a:extLst xmlns:a="http://schemas.openxmlformats.org/drawingml/2006/main">
              <a:ext uri="{FF2B5EF4-FFF2-40B4-BE49-F238E27FC236}">
                <a16:creationId xmlns:a16="http://schemas.microsoft.com/office/drawing/2014/main" id="{47FCE3E6-0C25-4776-A8CB-844A409C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847850"/>
            <a:ext cx="11582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2" name="composition-title">
            <a:extLst xmlns:a="http://schemas.openxmlformats.org/drawingml/2006/main">
              <a:ext uri="{FF2B5EF4-FFF2-40B4-BE49-F238E27FC236}">
                <a16:creationId xmlns:a16="http://schemas.microsoft.com/office/drawing/2014/main" id="{B37FB134-4D3D-4AFF-B70D-DD881EC7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启动与组合</a:t>
            </a:r>
          </a:p>
        </p:txBody>
      </p:sp>
      <p:sp>
        <p:nvSpPr>
          <p:cNvPr id="33" name="compose-0">
            <a:extLst xmlns:a="http://schemas.openxmlformats.org/drawingml/2006/main">
              <a:ext uri="{FF2B5EF4-FFF2-40B4-BE49-F238E27FC236}">
                <a16:creationId xmlns:a16="http://schemas.microsoft.com/office/drawing/2014/main" id="{A1E87EA4-CD2E-4102-8294-E89F75AB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3357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EC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AECF0"/>
                </a:solidFill>
                <a:latin typeface="Microsoft YaHei"/>
                <a:ea typeface="Microsoft YaHei"/>
                <a:cs typeface="Microsoft YaHei"/>
              </a:rPr>
              <a:t>dsh CLI</a:t>
            </a:r>
          </a:p>
        </p:txBody>
      </p:sp>
      <p:sp>
        <p:nvSpPr>
          <p:cNvPr id="34" name="compose-sep-1">
            <a:extLst xmlns:a="http://schemas.openxmlformats.org/drawingml/2006/main">
              <a:ext uri="{FF2B5EF4-FFF2-40B4-BE49-F238E27FC236}">
                <a16:creationId xmlns:a16="http://schemas.microsoft.com/office/drawing/2014/main" id="{FC98DEA8-D37F-40A2-A08E-CF9D3A67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335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EA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EA2FF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5" name="compose-1">
            <a:extLst xmlns:a="http://schemas.openxmlformats.org/drawingml/2006/main">
              <a:ext uri="{FF2B5EF4-FFF2-40B4-BE49-F238E27FC236}">
                <a16:creationId xmlns:a16="http://schemas.microsoft.com/office/drawing/2014/main" id="{F079394A-A030-46FB-9128-467F9B55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3357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EC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AECF0"/>
                </a:solidFill>
                <a:latin typeface="Microsoft YaHei"/>
                <a:ea typeface="Microsoft YaHei"/>
                <a:cs typeface="Microsoft YaHei"/>
              </a:rPr>
              <a:t>具名 profile</a:t>
            </a:r>
          </a:p>
        </p:txBody>
      </p:sp>
      <p:sp>
        <p:nvSpPr>
          <p:cNvPr id="36" name="compose-sep-2">
            <a:extLst xmlns:a="http://schemas.openxmlformats.org/drawingml/2006/main">
              <a:ext uri="{FF2B5EF4-FFF2-40B4-BE49-F238E27FC236}">
                <a16:creationId xmlns:a16="http://schemas.microsoft.com/office/drawing/2014/main" id="{778067DB-5128-4202-97F9-70114C24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335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EA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EA2FF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7" name="compose-2">
            <a:extLst xmlns:a="http://schemas.openxmlformats.org/drawingml/2006/main">
              <a:ext uri="{FF2B5EF4-FFF2-40B4-BE49-F238E27FC236}">
                <a16:creationId xmlns:a16="http://schemas.microsoft.com/office/drawing/2014/main" id="{552E9D4C-26B1-4E29-B568-42CB22D6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3357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EC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AECF0"/>
                </a:solidFill>
                <a:latin typeface="Microsoft YaHei"/>
                <a:ea typeface="Microsoft YaHei"/>
                <a:cs typeface="Microsoft YaHei"/>
              </a:rPr>
              <a:t>有序 bundles</a:t>
            </a:r>
          </a:p>
        </p:txBody>
      </p:sp>
      <p:sp>
        <p:nvSpPr>
          <p:cNvPr id="38" name="compose-sep-3">
            <a:extLst xmlns:a="http://schemas.openxmlformats.org/drawingml/2006/main">
              <a:ext uri="{FF2B5EF4-FFF2-40B4-BE49-F238E27FC236}">
                <a16:creationId xmlns:a16="http://schemas.microsoft.com/office/drawing/2014/main" id="{FE842E91-8579-418D-BA5A-1F9373D9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335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EA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EA2FF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9" name="compose-3">
            <a:extLst xmlns:a="http://schemas.openxmlformats.org/drawingml/2006/main">
              <a:ext uri="{FF2B5EF4-FFF2-40B4-BE49-F238E27FC236}">
                <a16:creationId xmlns:a16="http://schemas.microsoft.com/office/drawing/2014/main" id="{21FD18DE-27B9-4921-AB3D-AB14034C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3357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EC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AECF0"/>
                </a:solidFill>
                <a:latin typeface="Microsoft YaHei"/>
                <a:ea typeface="Microsoft YaHei"/>
                <a:cs typeface="Microsoft YaHei"/>
              </a:rPr>
              <a:t>profile / home patch</a:t>
            </a:r>
          </a:p>
        </p:txBody>
      </p:sp>
      <p:sp>
        <p:nvSpPr>
          <p:cNvPr id="40" name="compose-sep-4">
            <a:extLst xmlns:a="http://schemas.openxmlformats.org/drawingml/2006/main">
              <a:ext uri="{FF2B5EF4-FFF2-40B4-BE49-F238E27FC236}">
                <a16:creationId xmlns:a16="http://schemas.microsoft.com/office/drawing/2014/main" id="{FD6FFE60-5189-4EE5-9A3A-825A5B49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335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EA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EA2FF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41" name="compose-4">
            <a:extLst xmlns:a="http://schemas.openxmlformats.org/drawingml/2006/main">
              <a:ext uri="{FF2B5EF4-FFF2-40B4-BE49-F238E27FC236}">
                <a16:creationId xmlns:a16="http://schemas.microsoft.com/office/drawing/2014/main" id="{C8911D40-7EA2-401F-BF9B-8D4F3F3B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3357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EC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AECF0"/>
                </a:solidFill>
                <a:latin typeface="Microsoft YaHei"/>
                <a:ea typeface="Microsoft YaHei"/>
                <a:cs typeface="Microsoft YaHei"/>
              </a:rPr>
              <a:t>--patch overlay</a:t>
            </a:r>
          </a:p>
        </p:txBody>
      </p:sp>
      <p:sp>
        <p:nvSpPr>
          <p:cNvPr id="42" name="compose-sep-5">
            <a:extLst xmlns:a="http://schemas.openxmlformats.org/drawingml/2006/main">
              <a:ext uri="{FF2B5EF4-FFF2-40B4-BE49-F238E27FC236}">
                <a16:creationId xmlns:a16="http://schemas.microsoft.com/office/drawing/2014/main" id="{FB9405CA-20A1-4F13-8051-46E54ADB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335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EA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EA2FF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43" name="compose-5">
            <a:extLst xmlns:a="http://schemas.openxmlformats.org/drawingml/2006/main">
              <a:ext uri="{FF2B5EF4-FFF2-40B4-BE49-F238E27FC236}">
                <a16:creationId xmlns:a16="http://schemas.microsoft.com/office/drawing/2014/main" id="{AAC5EE1A-71B8-4CCB-AE8F-D5B8B8A7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3357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E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ED8FF"/>
                </a:solidFill>
                <a:latin typeface="Microsoft YaHei"/>
                <a:ea typeface="Microsoft YaHei"/>
                <a:cs typeface="Microsoft YaHei"/>
              </a:rPr>
              <a:t>Cordis 插件树</a:t>
            </a:r>
          </a:p>
        </p:txBody>
      </p:sp>
      <p:sp>
        <p:nvSpPr>
          <p:cNvPr id="44" name="main-bg">
            <a:extLst xmlns:a="http://schemas.openxmlformats.org/drawingml/2006/main">
              <a:ext uri="{FF2B5EF4-FFF2-40B4-BE49-F238E27FC236}">
                <a16:creationId xmlns:a16="http://schemas.microsoft.com/office/drawing/2014/main" id="{604D1B52-71A8-4B85-979C-0C8E3E0D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19350"/>
            <a:ext cx="11582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5" name="api-column">
            <a:extLst xmlns:a="http://schemas.openxmlformats.org/drawingml/2006/main">
              <a:ext uri="{FF2B5EF4-FFF2-40B4-BE49-F238E27FC236}">
                <a16:creationId xmlns:a16="http://schemas.microsoft.com/office/drawing/2014/main" id="{143D385C-32A1-4692-9D70-5F620FA3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33650"/>
            <a:ext cx="17145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6" name="api-heading">
            <a:extLst xmlns:a="http://schemas.openxmlformats.org/drawingml/2006/main">
              <a:ext uri="{FF2B5EF4-FFF2-40B4-BE49-F238E27FC236}">
                <a16:creationId xmlns:a16="http://schemas.microsoft.com/office/drawing/2014/main" id="{0F49A347-28B5-4D16-A666-1472DCE8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客户端 / Host API</a:t>
            </a:r>
          </a:p>
        </p:txBody>
      </p:sp>
      <p:sp>
        <p:nvSpPr>
          <p:cNvPr id="47" name="api-sub">
            <a:extLst xmlns:a="http://schemas.openxmlformats.org/drawingml/2006/main">
              <a:ext uri="{FF2B5EF4-FFF2-40B4-BE49-F238E27FC236}">
                <a16:creationId xmlns:a16="http://schemas.microsoft.com/office/drawing/2014/main" id="{AB0928FA-459E-4951-A741-621FFAF5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24175"/>
            <a:ext cx="1447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Client / Host boundary</a:t>
            </a:r>
          </a:p>
        </p:txBody>
      </p:sp>
      <p:sp>
        <p:nvSpPr>
          <p:cNvPr id="48" name="api-item-0">
            <a:extLst xmlns:a="http://schemas.openxmlformats.org/drawingml/2006/main">
              <a:ext uri="{FF2B5EF4-FFF2-40B4-BE49-F238E27FC236}">
                <a16:creationId xmlns:a16="http://schemas.microsoft.com/office/drawing/2014/main" id="{51503198-8B91-4317-8552-27DAFA94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14478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9" name="api-title-0">
            <a:extLst xmlns:a="http://schemas.openxmlformats.org/drawingml/2006/main">
              <a:ext uri="{FF2B5EF4-FFF2-40B4-BE49-F238E27FC236}">
                <a16:creationId xmlns:a16="http://schemas.microsoft.com/office/drawing/2014/main" id="{6C6B7E34-2A98-46F3-9AB3-B22F19B1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257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Web UI</a:t>
            </a:r>
          </a:p>
        </p:txBody>
      </p:sp>
      <p:sp>
        <p:nvSpPr>
          <p:cNvPr id="50" name="api-desc-0">
            <a:extLst xmlns:a="http://schemas.openxmlformats.org/drawingml/2006/main">
              <a:ext uri="{FF2B5EF4-FFF2-40B4-BE49-F238E27FC236}">
                <a16:creationId xmlns:a16="http://schemas.microsoft.com/office/drawing/2014/main" id="{C29C4BB7-3A46-4882-B168-23A8F098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1257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Client modules，HMR</a:t>
            </a:r>
          </a:p>
        </p:txBody>
      </p:sp>
      <p:sp>
        <p:nvSpPr>
          <p:cNvPr id="51" name="api-item-1">
            <a:extLst xmlns:a="http://schemas.openxmlformats.org/drawingml/2006/main">
              <a:ext uri="{FF2B5EF4-FFF2-40B4-BE49-F238E27FC236}">
                <a16:creationId xmlns:a16="http://schemas.microsoft.com/office/drawing/2014/main" id="{0E5E0512-BA0C-452D-82B2-D8A04DB9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48075"/>
            <a:ext cx="14478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2" name="api-title-1">
            <a:extLst xmlns:a="http://schemas.openxmlformats.org/drawingml/2006/main">
              <a:ext uri="{FF2B5EF4-FFF2-40B4-BE49-F238E27FC236}">
                <a16:creationId xmlns:a16="http://schemas.microsoft.com/office/drawing/2014/main" id="{C8613475-9F8E-4A55-A91D-425CA875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86175"/>
            <a:ext cx="1257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Connection</a:t>
            </a:r>
          </a:p>
        </p:txBody>
      </p:sp>
      <p:sp>
        <p:nvSpPr>
          <p:cNvPr id="53" name="api-desc-1">
            <a:extLst xmlns:a="http://schemas.openxmlformats.org/drawingml/2006/main">
              <a:ext uri="{FF2B5EF4-FFF2-40B4-BE49-F238E27FC236}">
                <a16:creationId xmlns:a16="http://schemas.microsoft.com/office/drawing/2014/main" id="{CDA38279-67BF-4EE5-BD3E-87B545E5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38575"/>
            <a:ext cx="1257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095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HTTP RPC，WebSocket streams</a:t>
            </a:r>
          </a:p>
        </p:txBody>
      </p:sp>
      <p:sp>
        <p:nvSpPr>
          <p:cNvPr id="54" name="api-item-2">
            <a:extLst xmlns:a="http://schemas.openxmlformats.org/drawingml/2006/main">
              <a:ext uri="{FF2B5EF4-FFF2-40B4-BE49-F238E27FC236}">
                <a16:creationId xmlns:a16="http://schemas.microsoft.com/office/drawing/2014/main" id="{6D096D1A-D01D-4861-8DB2-F8EDEA0F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14478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AAB8FF"/>
            </a:solidFill>
            <a:prstDash val="solid"/>
          </a:ln>
        </p:spPr>
      </p:sp>
      <p:sp>
        <p:nvSpPr>
          <p:cNvPr id="55" name="api-title-2">
            <a:extLst xmlns:a="http://schemas.openxmlformats.org/drawingml/2006/main">
              <a:ext uri="{FF2B5EF4-FFF2-40B4-BE49-F238E27FC236}">
                <a16:creationId xmlns:a16="http://schemas.microsoft.com/office/drawing/2014/main" id="{32B76D00-B1E9-4B59-81FD-35DE58D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1257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4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448B5"/>
                </a:solidFill>
                <a:latin typeface="Microsoft YaHei"/>
                <a:ea typeface="Microsoft YaHei"/>
                <a:cs typeface="Microsoft YaHei"/>
              </a:rPr>
              <a:t>Typert Gateway</a:t>
            </a:r>
          </a:p>
        </p:txBody>
      </p:sp>
      <p:sp>
        <p:nvSpPr>
          <p:cNvPr id="56" name="api-desc-2">
            <a:extLst xmlns:a="http://schemas.openxmlformats.org/drawingml/2006/main">
              <a:ext uri="{FF2B5EF4-FFF2-40B4-BE49-F238E27FC236}">
                <a16:creationId xmlns:a16="http://schemas.microsoft.com/office/drawing/2014/main" id="{AEB8CD8D-28A5-4643-B925-2E3F9E4A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257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7455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Remote schema，lookup，dispatch</a:t>
            </a:r>
          </a:p>
        </p:txBody>
      </p:sp>
      <p:sp>
        <p:nvSpPr>
          <p:cNvPr id="57" name="api-item-3">
            <a:extLst xmlns:a="http://schemas.openxmlformats.org/drawingml/2006/main">
              <a:ext uri="{FF2B5EF4-FFF2-40B4-BE49-F238E27FC236}">
                <a16:creationId xmlns:a16="http://schemas.microsoft.com/office/drawing/2014/main" id="{1B2244A1-787E-4629-BBBA-AC3BFE83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43425"/>
            <a:ext cx="14478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8" name="api-title-3">
            <a:extLst xmlns:a="http://schemas.openxmlformats.org/drawingml/2006/main">
              <a:ext uri="{FF2B5EF4-FFF2-40B4-BE49-F238E27FC236}">
                <a16:creationId xmlns:a16="http://schemas.microsoft.com/office/drawing/2014/main" id="{B84ECBA7-8E88-453F-835B-CF09D8EA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1257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BFF Controllers</a:t>
            </a:r>
          </a:p>
        </p:txBody>
      </p:sp>
      <p:sp>
        <p:nvSpPr>
          <p:cNvPr id="59" name="api-desc-3">
            <a:extLst xmlns:a="http://schemas.openxmlformats.org/drawingml/2006/main">
              <a:ext uri="{FF2B5EF4-FFF2-40B4-BE49-F238E27FC236}">
                <a16:creationId xmlns:a16="http://schemas.microsoft.com/office/drawing/2014/main" id="{48F7BC1F-266D-4693-BEB7-0B73CF95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1257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会话 / 工作区 / 设置</a:t>
            </a:r>
          </a:p>
        </p:txBody>
      </p:sp>
      <p:sp>
        <p:nvSpPr>
          <p:cNvPr id="60" name="core-column">
            <a:extLst xmlns:a="http://schemas.openxmlformats.org/drawingml/2006/main">
              <a:ext uri="{FF2B5EF4-FFF2-40B4-BE49-F238E27FC236}">
                <a16:creationId xmlns:a16="http://schemas.microsoft.com/office/drawing/2014/main" id="{20B29137-B466-415F-814A-5817D893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33650"/>
            <a:ext cx="61912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F"/>
          </a:solidFill>
          <a:ln xmlns:a="http://schemas.openxmlformats.org/drawingml/2006/main" w="9525">
            <a:solidFill>
              <a:srgbClr val="BFC9FF"/>
            </a:solidFill>
            <a:prstDash val="solid"/>
          </a:ln>
        </p:spPr>
      </p:sp>
      <p:sp>
        <p:nvSpPr>
          <p:cNvPr id="61" name="core-heading">
            <a:extLst xmlns:a="http://schemas.openxmlformats.org/drawingml/2006/main">
              <a:ext uri="{FF2B5EF4-FFF2-40B4-BE49-F238E27FC236}">
                <a16:creationId xmlns:a16="http://schemas.microsoft.com/office/drawing/2014/main" id="{45D95DC3-B109-4165-B722-8E0614A1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B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3B9B"/>
                </a:solidFill>
                <a:latin typeface="Microsoft YaHei"/>
                <a:ea typeface="Microsoft YaHei"/>
                <a:cs typeface="Microsoft YaHei"/>
              </a:rPr>
              <a:t>Cordis 插件树</a:t>
            </a:r>
          </a:p>
        </p:txBody>
      </p:sp>
      <p:sp>
        <p:nvSpPr>
          <p:cNvPr id="62" name="core-principle">
            <a:extLst xmlns:a="http://schemas.openxmlformats.org/drawingml/2006/main">
              <a:ext uri="{FF2B5EF4-FFF2-40B4-BE49-F238E27FC236}">
                <a16:creationId xmlns:a16="http://schemas.microsoft.com/office/drawing/2014/main" id="{E895667C-9D46-4B55-9DEB-B0E03F88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76525"/>
            <a:ext cx="3886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服务、事件与可逆副作用构成运行时；各注册随插件卸载自动撤销</a:t>
            </a:r>
          </a:p>
        </p:txBody>
      </p:sp>
      <p:sp>
        <p:nvSpPr>
          <p:cNvPr id="63" name="loop-0">
            <a:extLst xmlns:a="http://schemas.openxmlformats.org/drawingml/2006/main">
              <a:ext uri="{FF2B5EF4-FFF2-40B4-BE49-F238E27FC236}">
                <a16:creationId xmlns:a16="http://schemas.microsoft.com/office/drawing/2014/main" id="{D6518345-76E9-4CA5-A6EF-97AF2D58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0990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4" name="loop-no-0">
            <a:extLst xmlns:a="http://schemas.openxmlformats.org/drawingml/2006/main">
              <a:ext uri="{FF2B5EF4-FFF2-40B4-BE49-F238E27FC236}">
                <a16:creationId xmlns:a16="http://schemas.microsoft.com/office/drawing/2014/main" id="{102BE72B-F895-4A71-A4AD-D6C0C3CC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67050"/>
            <a:ext cx="209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5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4C9A3447-2361-4029-B434-59479E9F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09925"/>
            <a:ext cx="895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Agent Inbox</a:t>
            </a:r>
          </a:p>
        </p:txBody>
      </p:sp>
      <p:sp>
        <p:nvSpPr>
          <p:cNvPr id="66" name="loop-desc-0">
            <a:extLst xmlns:a="http://schemas.openxmlformats.org/drawingml/2006/main">
              <a:ext uri="{FF2B5EF4-FFF2-40B4-BE49-F238E27FC236}">
                <a16:creationId xmlns:a16="http://schemas.microsoft.com/office/drawing/2014/main" id="{7B368135-3BA6-430A-BBE3-9FA77E9A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62325"/>
            <a:ext cx="895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输入与 steering</a:t>
            </a:r>
          </a:p>
        </p:txBody>
      </p:sp>
      <p:sp>
        <p:nvSpPr>
          <p:cNvPr id="67" name="loop-1">
            <a:extLst xmlns:a="http://schemas.openxmlformats.org/drawingml/2006/main">
              <a:ext uri="{FF2B5EF4-FFF2-40B4-BE49-F238E27FC236}">
                <a16:creationId xmlns:a16="http://schemas.microsoft.com/office/drawing/2014/main" id="{CF6E4374-E5D7-497B-A18D-39633904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8" name="loop-no-1">
            <a:extLst xmlns:a="http://schemas.openxmlformats.org/drawingml/2006/main">
              <a:ext uri="{FF2B5EF4-FFF2-40B4-BE49-F238E27FC236}">
                <a16:creationId xmlns:a16="http://schemas.microsoft.com/office/drawing/2014/main" id="{8E3EB37A-2769-4F98-A5DD-CF6ECC54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67050"/>
            <a:ext cx="209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9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389EEF97-B173-435A-9CC4-2F317F6C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09925"/>
            <a:ext cx="895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Pre-step</a:t>
            </a:r>
          </a:p>
        </p:txBody>
      </p:sp>
      <p:sp>
        <p:nvSpPr>
          <p:cNvPr id="70" name="loop-desc-1">
            <a:extLst xmlns:a="http://schemas.openxmlformats.org/drawingml/2006/main">
              <a:ext uri="{FF2B5EF4-FFF2-40B4-BE49-F238E27FC236}">
                <a16:creationId xmlns:a16="http://schemas.microsoft.com/office/drawing/2014/main" id="{E5549299-BC12-4A04-98CE-C9017C6D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62325"/>
            <a:ext cx="895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claim 与 hooks</a:t>
            </a:r>
          </a:p>
        </p:txBody>
      </p:sp>
      <p:sp>
        <p:nvSpPr>
          <p:cNvPr id="71" name="loop-2">
            <a:extLst xmlns:a="http://schemas.openxmlformats.org/drawingml/2006/main">
              <a:ext uri="{FF2B5EF4-FFF2-40B4-BE49-F238E27FC236}">
                <a16:creationId xmlns:a16="http://schemas.microsoft.com/office/drawing/2014/main" id="{8F9BBD76-AB26-4373-BD45-E394F499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0990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EDFF"/>
          </a:solidFill>
          <a:ln xmlns:a="http://schemas.openxmlformats.org/drawingml/2006/main" w="9525">
            <a:solidFill>
              <a:srgbClr val="8EA2FF"/>
            </a:solidFill>
            <a:prstDash val="solid"/>
          </a:ln>
        </p:spPr>
      </p:sp>
      <p:sp>
        <p:nvSpPr>
          <p:cNvPr id="72" name="loop-no-2">
            <a:extLst xmlns:a="http://schemas.openxmlformats.org/drawingml/2006/main">
              <a:ext uri="{FF2B5EF4-FFF2-40B4-BE49-F238E27FC236}">
                <a16:creationId xmlns:a16="http://schemas.microsoft.com/office/drawing/2014/main" id="{498E6483-9963-44F9-8B52-CD828A38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67050"/>
            <a:ext cx="209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3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3C05F74A-DB88-4AED-8F46-4C708540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09925"/>
            <a:ext cx="895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Prompt + LLM</a:t>
            </a:r>
          </a:p>
        </p:txBody>
      </p:sp>
      <p:sp>
        <p:nvSpPr>
          <p:cNvPr id="74" name="loop-desc-2">
            <a:extLst xmlns:a="http://schemas.openxmlformats.org/drawingml/2006/main">
              <a:ext uri="{FF2B5EF4-FFF2-40B4-BE49-F238E27FC236}">
                <a16:creationId xmlns:a16="http://schemas.microsoft.com/office/drawing/2014/main" id="{60A74E54-8531-4EA5-8B4F-AC785E70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62325"/>
            <a:ext cx="895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组装提示，流式生成</a:t>
            </a:r>
          </a:p>
        </p:txBody>
      </p:sp>
      <p:sp>
        <p:nvSpPr>
          <p:cNvPr id="75" name="loop-3">
            <a:extLst xmlns:a="http://schemas.openxmlformats.org/drawingml/2006/main">
              <a:ext uri="{FF2B5EF4-FFF2-40B4-BE49-F238E27FC236}">
                <a16:creationId xmlns:a16="http://schemas.microsoft.com/office/drawing/2014/main" id="{D0CF069E-2891-4BBE-ADE5-B8E37F9C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990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EDFF"/>
          </a:solidFill>
          <a:ln xmlns:a="http://schemas.openxmlformats.org/drawingml/2006/main" w="9525">
            <a:solidFill>
              <a:srgbClr val="8EA2FF"/>
            </a:solidFill>
            <a:prstDash val="solid"/>
          </a:ln>
        </p:spPr>
      </p:sp>
      <p:sp>
        <p:nvSpPr>
          <p:cNvPr id="76" name="loop-no-3">
            <a:extLst xmlns:a="http://schemas.openxmlformats.org/drawingml/2006/main">
              <a:ext uri="{FF2B5EF4-FFF2-40B4-BE49-F238E27FC236}">
                <a16:creationId xmlns:a16="http://schemas.microsoft.com/office/drawing/2014/main" id="{23B64904-2700-4F66-9C46-22A5765A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67050"/>
            <a:ext cx="209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7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41D8D6A3-2D9C-4310-AF90-2D8E8D24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09925"/>
            <a:ext cx="895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Tool Pipeline</a:t>
            </a:r>
          </a:p>
        </p:txBody>
      </p:sp>
      <p:sp>
        <p:nvSpPr>
          <p:cNvPr id="78" name="loop-desc-3">
            <a:extLst xmlns:a="http://schemas.openxmlformats.org/drawingml/2006/main">
              <a:ext uri="{FF2B5EF4-FFF2-40B4-BE49-F238E27FC236}">
                <a16:creationId xmlns:a16="http://schemas.microsoft.com/office/drawing/2014/main" id="{A7C08BF4-A5DA-4527-9CE4-59C16542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62325"/>
            <a:ext cx="895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pre，execute，post</a:t>
            </a:r>
          </a:p>
        </p:txBody>
      </p:sp>
      <p:sp>
        <p:nvSpPr>
          <p:cNvPr id="79" name="loop-4">
            <a:extLst xmlns:a="http://schemas.openxmlformats.org/drawingml/2006/main">
              <a:ext uri="{FF2B5EF4-FFF2-40B4-BE49-F238E27FC236}">
                <a16:creationId xmlns:a16="http://schemas.microsoft.com/office/drawing/2014/main" id="{14F9EBCD-0815-4B00-BED9-CA6C2083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0990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0" name="loop-no-4">
            <a:extLst xmlns:a="http://schemas.openxmlformats.org/drawingml/2006/main">
              <a:ext uri="{FF2B5EF4-FFF2-40B4-BE49-F238E27FC236}">
                <a16:creationId xmlns:a16="http://schemas.microsoft.com/office/drawing/2014/main" id="{827EF4E8-3FF5-4BEB-A5B9-35EBA9AA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67050"/>
            <a:ext cx="209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1" name="loop-title-4">
            <a:extLst xmlns:a="http://schemas.openxmlformats.org/drawingml/2006/main">
              <a:ext uri="{FF2B5EF4-FFF2-40B4-BE49-F238E27FC236}">
                <a16:creationId xmlns:a16="http://schemas.microsoft.com/office/drawing/2014/main" id="{87A4C87F-A92B-4B6E-B46C-C1E7068B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09925"/>
            <a:ext cx="895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Turn Control</a:t>
            </a:r>
          </a:p>
        </p:txBody>
      </p:sp>
      <p:sp>
        <p:nvSpPr>
          <p:cNvPr id="82" name="loop-desc-4">
            <a:extLst xmlns:a="http://schemas.openxmlformats.org/drawingml/2006/main">
              <a:ext uri="{FF2B5EF4-FFF2-40B4-BE49-F238E27FC236}">
                <a16:creationId xmlns:a16="http://schemas.microsoft.com/office/drawing/2014/main" id="{916AAD82-8F7D-4C2C-B33E-541248E2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62325"/>
            <a:ext cx="895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step，retry，stop</a:t>
            </a:r>
          </a:p>
        </p:txBody>
      </p:sp>
      <p:sp>
        <p:nvSpPr>
          <p:cNvPr id="83" name="session-log">
            <a:extLst xmlns:a="http://schemas.openxmlformats.org/drawingml/2006/main">
              <a:ext uri="{FF2B5EF4-FFF2-40B4-BE49-F238E27FC236}">
                <a16:creationId xmlns:a16="http://schemas.microsoft.com/office/drawing/2014/main" id="{ED741FA1-BDF3-4FE5-B21D-1546A9DB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14750"/>
            <a:ext cx="5848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84" name="session-heading">
            <a:extLst xmlns:a="http://schemas.openxmlformats.org/drawingml/2006/main">
              <a:ext uri="{FF2B5EF4-FFF2-40B4-BE49-F238E27FC236}">
                <a16:creationId xmlns:a16="http://schemas.microsoft.com/office/drawing/2014/main" id="{D1BF8DD0-D3C3-42A5-8E51-AB92098F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3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Append-only SessionEvent 日志</a:t>
            </a:r>
          </a:p>
        </p:txBody>
      </p:sp>
      <p:sp>
        <p:nvSpPr>
          <p:cNvPr id="85" name="session-events">
            <a:extLst xmlns:a="http://schemas.openxmlformats.org/drawingml/2006/main">
              <a:ext uri="{FF2B5EF4-FFF2-40B4-BE49-F238E27FC236}">
                <a16:creationId xmlns:a16="http://schemas.microsoft.com/office/drawing/2014/main" id="{E58FCA84-D781-4F0C-9088-0B1BFE4E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386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9C2D0"/>
                </a:solidFill>
                <a:latin typeface="Microsoft YaHei"/>
                <a:ea typeface="Microsoft YaHei"/>
                <a:cs typeface="Microsoft YaHei"/>
              </a:rPr>
              <a:t>turn / step，user / assistant，tool call / result</a:t>
            </a:r>
          </a:p>
        </p:txBody>
      </p:sp>
      <p:sp>
        <p:nvSpPr>
          <p:cNvPr id="86" name="session-divider">
            <a:extLst xmlns:a="http://schemas.openxmlformats.org/drawingml/2006/main">
              <a:ext uri="{FF2B5EF4-FFF2-40B4-BE49-F238E27FC236}">
                <a16:creationId xmlns:a16="http://schemas.microsoft.com/office/drawing/2014/main" id="{DA9F1639-94D9-4D28-8E90-F19E338C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29050"/>
            <a:ext cx="95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87" name="session-proj-title">
            <a:extLst xmlns:a="http://schemas.openxmlformats.org/drawingml/2006/main">
              <a:ext uri="{FF2B5EF4-FFF2-40B4-BE49-F238E27FC236}">
                <a16:creationId xmlns:a16="http://schemas.microsoft.com/office/drawing/2014/main" id="{FC8CC8D6-B9E5-40B7-A797-75E84511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0047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E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ED8FF"/>
                </a:solidFill>
                <a:latin typeface="Microsoft YaHei"/>
                <a:ea typeface="Microsoft YaHei"/>
                <a:cs typeface="Microsoft YaHei"/>
              </a:rPr>
              <a:t>日志投影</a:t>
            </a:r>
          </a:p>
        </p:txBody>
      </p:sp>
      <p:sp>
        <p:nvSpPr>
          <p:cNvPr id="88" name="session-proj">
            <a:extLst xmlns:a="http://schemas.openxmlformats.org/drawingml/2006/main">
              <a:ext uri="{FF2B5EF4-FFF2-40B4-BE49-F238E27FC236}">
                <a16:creationId xmlns:a16="http://schemas.microsoft.com/office/drawing/2014/main" id="{5CBDFAF3-4A56-4301-8BA1-BDCF0BD1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历史派生、投影、回放、分叉、遥测、持久化</a:t>
            </a:r>
          </a:p>
        </p:txBody>
      </p:sp>
      <p:sp>
        <p:nvSpPr>
          <p:cNvPr id="89" name="cross-0">
            <a:extLst xmlns:a="http://schemas.openxmlformats.org/drawingml/2006/main">
              <a:ext uri="{FF2B5EF4-FFF2-40B4-BE49-F238E27FC236}">
                <a16:creationId xmlns:a16="http://schemas.microsoft.com/office/drawing/2014/main" id="{A0D3DF77-BD19-452F-B20F-BFF2C58F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14850"/>
            <a:ext cx="1371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0" name="cross-title-0">
            <a:extLst xmlns:a="http://schemas.openxmlformats.org/drawingml/2006/main">
              <a:ext uri="{FF2B5EF4-FFF2-40B4-BE49-F238E27FC236}">
                <a16:creationId xmlns:a16="http://schemas.microsoft.com/office/drawing/2014/main" id="{EDB69647-80CB-47DA-951C-94926877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591050"/>
            <a:ext cx="1181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Compaction</a:t>
            </a:r>
          </a:p>
        </p:txBody>
      </p:sp>
      <p:sp>
        <p:nvSpPr>
          <p:cNvPr id="91" name="cross-desc-0">
            <a:extLst xmlns:a="http://schemas.openxmlformats.org/drawingml/2006/main">
              <a:ext uri="{FF2B5EF4-FFF2-40B4-BE49-F238E27FC236}">
                <a16:creationId xmlns:a16="http://schemas.microsoft.com/office/drawing/2014/main" id="{BDF309F1-FA06-43E5-8301-FA30DBCD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72025"/>
            <a:ext cx="1181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上下文压力与恢复</a:t>
            </a:r>
          </a:p>
        </p:txBody>
      </p:sp>
      <p:sp>
        <p:nvSpPr>
          <p:cNvPr id="92" name="cross-1">
            <a:extLst xmlns:a="http://schemas.openxmlformats.org/drawingml/2006/main">
              <a:ext uri="{FF2B5EF4-FFF2-40B4-BE49-F238E27FC236}">
                <a16:creationId xmlns:a16="http://schemas.microsoft.com/office/drawing/2014/main" id="{E7D0EB35-0CC2-4B03-BC33-C038FD93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1371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3" name="cross-title-1">
            <a:extLst xmlns:a="http://schemas.openxmlformats.org/drawingml/2006/main">
              <a:ext uri="{FF2B5EF4-FFF2-40B4-BE49-F238E27FC236}">
                <a16:creationId xmlns:a16="http://schemas.microsoft.com/office/drawing/2014/main" id="{BD6BC2F4-FBB3-4F67-B481-AEF40A27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91050"/>
            <a:ext cx="1181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Goals / Todo / Plan</a:t>
            </a:r>
          </a:p>
        </p:txBody>
      </p:sp>
      <p:sp>
        <p:nvSpPr>
          <p:cNvPr id="94" name="cross-desc-1">
            <a:extLst xmlns:a="http://schemas.openxmlformats.org/drawingml/2006/main">
              <a:ext uri="{FF2B5EF4-FFF2-40B4-BE49-F238E27FC236}">
                <a16:creationId xmlns:a16="http://schemas.microsoft.com/office/drawing/2014/main" id="{C30CD971-B7B6-4CC1-AFC1-77509511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72025"/>
            <a:ext cx="1181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状态从事件日志折叠</a:t>
            </a:r>
          </a:p>
        </p:txBody>
      </p:sp>
      <p:sp>
        <p:nvSpPr>
          <p:cNvPr id="95" name="cross-2">
            <a:extLst xmlns:a="http://schemas.openxmlformats.org/drawingml/2006/main">
              <a:ext uri="{FF2B5EF4-FFF2-40B4-BE49-F238E27FC236}">
                <a16:creationId xmlns:a16="http://schemas.microsoft.com/office/drawing/2014/main" id="{8B7B2639-0E78-417D-B21A-D81B5104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14850"/>
            <a:ext cx="1371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6" name="cross-title-2">
            <a:extLst xmlns:a="http://schemas.openxmlformats.org/drawingml/2006/main">
              <a:ext uri="{FF2B5EF4-FFF2-40B4-BE49-F238E27FC236}">
                <a16:creationId xmlns:a16="http://schemas.microsoft.com/office/drawing/2014/main" id="{900AFB6E-7832-4E1A-AE65-60F06164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91050"/>
            <a:ext cx="1181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Jobs / Workflow</a:t>
            </a:r>
          </a:p>
        </p:txBody>
      </p:sp>
      <p:sp>
        <p:nvSpPr>
          <p:cNvPr id="97" name="cross-desc-2">
            <a:extLst xmlns:a="http://schemas.openxmlformats.org/drawingml/2006/main">
              <a:ext uri="{FF2B5EF4-FFF2-40B4-BE49-F238E27FC236}">
                <a16:creationId xmlns:a16="http://schemas.microsoft.com/office/drawing/2014/main" id="{36C63A8B-D58B-4242-8EEA-78C47F4C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72025"/>
            <a:ext cx="1181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后台工作与 worker</a:t>
            </a:r>
          </a:p>
        </p:txBody>
      </p:sp>
      <p:sp>
        <p:nvSpPr>
          <p:cNvPr id="98" name="cross-3">
            <a:extLst xmlns:a="http://schemas.openxmlformats.org/drawingml/2006/main">
              <a:ext uri="{FF2B5EF4-FFF2-40B4-BE49-F238E27FC236}">
                <a16:creationId xmlns:a16="http://schemas.microsoft.com/office/drawing/2014/main" id="{3573DE68-257F-4CFD-833D-47E216A4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14850"/>
            <a:ext cx="1371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9" name="cross-title-3">
            <a:extLst xmlns:a="http://schemas.openxmlformats.org/drawingml/2006/main">
              <a:ext uri="{FF2B5EF4-FFF2-40B4-BE49-F238E27FC236}">
                <a16:creationId xmlns:a16="http://schemas.microsoft.com/office/drawing/2014/main" id="{39FF4F95-04B4-4B86-8A35-40BDB503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91050"/>
            <a:ext cx="1181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Subagents / Hooks</a:t>
            </a:r>
          </a:p>
        </p:txBody>
      </p:sp>
      <p:sp>
        <p:nvSpPr>
          <p:cNvPr id="100" name="cross-desc-3">
            <a:extLst xmlns:a="http://schemas.openxmlformats.org/drawingml/2006/main">
              <a:ext uri="{FF2B5EF4-FFF2-40B4-BE49-F238E27FC236}">
                <a16:creationId xmlns:a16="http://schemas.microsoft.com/office/drawing/2014/main" id="{B12C4AF1-735E-4114-8931-BFA1DE80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72025"/>
            <a:ext cx="1181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委派与外部桥接</a:t>
            </a:r>
          </a:p>
        </p:txBody>
      </p:sp>
      <p:sp>
        <p:nvSpPr>
          <p:cNvPr id="101" name="seams-column">
            <a:extLst xmlns:a="http://schemas.openxmlformats.org/drawingml/2006/main">
              <a:ext uri="{FF2B5EF4-FFF2-40B4-BE49-F238E27FC236}">
                <a16:creationId xmlns:a16="http://schemas.microsoft.com/office/drawing/2014/main" id="{C520BAD7-07DA-40CF-9D79-D42828CA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33650"/>
            <a:ext cx="30861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2" name="seams-heading">
            <a:extLst xmlns:a="http://schemas.openxmlformats.org/drawingml/2006/main">
              <a:ext uri="{FF2B5EF4-FFF2-40B4-BE49-F238E27FC236}">
                <a16:creationId xmlns:a16="http://schemas.microsoft.com/office/drawing/2014/main" id="{739AFB26-C1A1-4C20-8528-CABCE2E7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Capability seams</a:t>
            </a:r>
          </a:p>
        </p:txBody>
      </p:sp>
      <p:sp>
        <p:nvSpPr>
          <p:cNvPr id="103" name="seams-sub">
            <a:extLst xmlns:a="http://schemas.openxmlformats.org/drawingml/2006/main">
              <a:ext uri="{FF2B5EF4-FFF2-40B4-BE49-F238E27FC236}">
                <a16:creationId xmlns:a16="http://schemas.microsoft.com/office/drawing/2014/main" id="{66B45233-4B86-4EAD-869B-1F5CEBAD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05125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Definition  ↔  Provider  ↔  Consumer</a:t>
            </a:r>
          </a:p>
        </p:txBody>
      </p:sp>
      <p:sp>
        <p:nvSpPr>
          <p:cNvPr id="104" name="seam-0">
            <a:extLst xmlns:a="http://schemas.openxmlformats.org/drawingml/2006/main">
              <a:ext uri="{FF2B5EF4-FFF2-40B4-BE49-F238E27FC236}">
                <a16:creationId xmlns:a16="http://schemas.microsoft.com/office/drawing/2014/main" id="{19C10DE1-8123-4633-9EEE-5AE4BDF8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2781300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5" name="seam-title-0">
            <a:extLst xmlns:a="http://schemas.openxmlformats.org/drawingml/2006/main">
              <a:ext uri="{FF2B5EF4-FFF2-40B4-BE49-F238E27FC236}">
                <a16:creationId xmlns:a16="http://schemas.microsoft.com/office/drawing/2014/main" id="{1CB5DB08-84B7-4D47-9119-80668CAA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28975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文件与执行</a:t>
            </a:r>
          </a:p>
        </p:txBody>
      </p:sp>
      <p:sp>
        <p:nvSpPr>
          <p:cNvPr id="106" name="seam-def-0">
            <a:extLst xmlns:a="http://schemas.openxmlformats.org/drawingml/2006/main">
              <a:ext uri="{FF2B5EF4-FFF2-40B4-BE49-F238E27FC236}">
                <a16:creationId xmlns:a16="http://schemas.microsoft.com/office/drawing/2014/main" id="{ED06066D-C9B8-4A17-B29B-A915C1C3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28975"/>
            <a:ext cx="18669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ctx.fs，ctx.shell</a:t>
            </a:r>
          </a:p>
        </p:txBody>
      </p:sp>
      <p:sp>
        <p:nvSpPr>
          <p:cNvPr id="107" name="seam-provider-0">
            <a:extLst xmlns:a="http://schemas.openxmlformats.org/drawingml/2006/main">
              <a:ext uri="{FF2B5EF4-FFF2-40B4-BE49-F238E27FC236}">
                <a16:creationId xmlns:a16="http://schemas.microsoft.com/office/drawing/2014/main" id="{1AF57A45-BA47-48BD-B5C8-A1D39285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81375"/>
            <a:ext cx="18669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local / sandbox / E2B  ·  tool-fs，bash / pwsh</a:t>
            </a:r>
          </a:p>
        </p:txBody>
      </p:sp>
      <p:sp>
        <p:nvSpPr>
          <p:cNvPr id="108" name="seam-1">
            <a:extLst xmlns:a="http://schemas.openxmlformats.org/drawingml/2006/main">
              <a:ext uri="{FF2B5EF4-FFF2-40B4-BE49-F238E27FC236}">
                <a16:creationId xmlns:a16="http://schemas.microsoft.com/office/drawing/2014/main" id="{8AA07ED9-DC1F-4A82-94F0-9E49A1E9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38550"/>
            <a:ext cx="2781300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9" name="seam-title-1">
            <a:extLst xmlns:a="http://schemas.openxmlformats.org/drawingml/2006/main">
              <a:ext uri="{FF2B5EF4-FFF2-40B4-BE49-F238E27FC236}">
                <a16:creationId xmlns:a16="http://schemas.microsoft.com/office/drawing/2014/main" id="{28D69933-5EBD-442E-A400-B90C5A65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86175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终端与代码</a:t>
            </a:r>
          </a:p>
        </p:txBody>
      </p:sp>
      <p:sp>
        <p:nvSpPr>
          <p:cNvPr id="110" name="seam-def-1">
            <a:extLst xmlns:a="http://schemas.openxmlformats.org/drawingml/2006/main">
              <a:ext uri="{FF2B5EF4-FFF2-40B4-BE49-F238E27FC236}">
                <a16:creationId xmlns:a16="http://schemas.microsoft.com/office/drawing/2014/main" id="{5B168926-2C65-41A9-8749-E9E243DC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86175"/>
            <a:ext cx="18669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terminal，subprocess，LSP</a:t>
            </a:r>
          </a:p>
        </p:txBody>
      </p:sp>
      <p:sp>
        <p:nvSpPr>
          <p:cNvPr id="111" name="seam-provider-1">
            <a:extLst xmlns:a="http://schemas.openxmlformats.org/drawingml/2006/main">
              <a:ext uri="{FF2B5EF4-FFF2-40B4-BE49-F238E27FC236}">
                <a16:creationId xmlns:a16="http://schemas.microsoft.com/office/drawing/2014/main" id="{BF02F8D1-510D-4413-B835-D3238702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38575"/>
            <a:ext cx="18669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PTY，stdio，worker  ·  terminal / lsp tools</a:t>
            </a:r>
          </a:p>
        </p:txBody>
      </p:sp>
      <p:sp>
        <p:nvSpPr>
          <p:cNvPr id="112" name="seam-2">
            <a:extLst xmlns:a="http://schemas.openxmlformats.org/drawingml/2006/main">
              <a:ext uri="{FF2B5EF4-FFF2-40B4-BE49-F238E27FC236}">
                <a16:creationId xmlns:a16="http://schemas.microsoft.com/office/drawing/2014/main" id="{326E18AD-8768-42D2-A12F-DF9E6B9D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95750"/>
            <a:ext cx="2781300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3" name="seam-title-2">
            <a:extLst xmlns:a="http://schemas.openxmlformats.org/drawingml/2006/main">
              <a:ext uri="{FF2B5EF4-FFF2-40B4-BE49-F238E27FC236}">
                <a16:creationId xmlns:a16="http://schemas.microsoft.com/office/drawing/2014/main" id="{20FC06A2-D643-4AE1-80EC-287635E8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43375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信息与技能</a:t>
            </a:r>
          </a:p>
        </p:txBody>
      </p:sp>
      <p:sp>
        <p:nvSpPr>
          <p:cNvPr id="114" name="seam-def-2">
            <a:extLst xmlns:a="http://schemas.openxmlformats.org/drawingml/2006/main">
              <a:ext uri="{FF2B5EF4-FFF2-40B4-BE49-F238E27FC236}">
                <a16:creationId xmlns:a16="http://schemas.microsoft.com/office/drawing/2014/main" id="{D9075CE1-205E-49C2-9DFE-5F4CB18A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43375"/>
            <a:ext cx="18669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ctx.web，ctx.skills，MCP</a:t>
            </a:r>
          </a:p>
        </p:txBody>
      </p:sp>
      <p:sp>
        <p:nvSpPr>
          <p:cNvPr id="115" name="seam-provider-2">
            <a:extLst xmlns:a="http://schemas.openxmlformats.org/drawingml/2006/main">
              <a:ext uri="{FF2B5EF4-FFF2-40B4-BE49-F238E27FC236}">
                <a16:creationId xmlns:a16="http://schemas.microsoft.com/office/drawing/2014/main" id="{432C0BE6-0196-4FF3-B12F-212504F1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95775"/>
            <a:ext cx="18669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583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search / HTTP / filesystem  ·  tool-web，tool-skill</a:t>
            </a:r>
          </a:p>
        </p:txBody>
      </p:sp>
      <p:sp>
        <p:nvSpPr>
          <p:cNvPr id="116" name="seam-3">
            <a:extLst xmlns:a="http://schemas.openxmlformats.org/drawingml/2006/main">
              <a:ext uri="{FF2B5EF4-FFF2-40B4-BE49-F238E27FC236}">
                <a16:creationId xmlns:a16="http://schemas.microsoft.com/office/drawing/2014/main" id="{DBD75FE9-BC9D-49B8-8721-C21AB83E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52950"/>
            <a:ext cx="2781300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17" name="seam-title-3">
            <a:extLst xmlns:a="http://schemas.openxmlformats.org/drawingml/2006/main">
              <a:ext uri="{FF2B5EF4-FFF2-40B4-BE49-F238E27FC236}">
                <a16:creationId xmlns:a16="http://schemas.microsoft.com/office/drawing/2014/main" id="{20638909-2B0C-4FEA-91F4-7E2C461A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00575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安全与交互</a:t>
            </a:r>
          </a:p>
        </p:txBody>
      </p:sp>
      <p:sp>
        <p:nvSpPr>
          <p:cNvPr id="118" name="seam-def-3">
            <a:extLst xmlns:a="http://schemas.openxmlformats.org/drawingml/2006/main">
              <a:ext uri="{FF2B5EF4-FFF2-40B4-BE49-F238E27FC236}">
                <a16:creationId xmlns:a16="http://schemas.microsoft.com/office/drawing/2014/main" id="{AD58C67E-7F0D-4F3E-B92E-A33442E6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00575"/>
            <a:ext cx="18669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sandboxPolicy，approval</a:t>
            </a:r>
          </a:p>
        </p:txBody>
      </p:sp>
      <p:sp>
        <p:nvSpPr>
          <p:cNvPr id="119" name="seam-provider-3">
            <a:extLst xmlns:a="http://schemas.openxmlformats.org/drawingml/2006/main">
              <a:ext uri="{FF2B5EF4-FFF2-40B4-BE49-F238E27FC236}">
                <a16:creationId xmlns:a16="http://schemas.microsoft.com/office/drawing/2014/main" id="{8B4F600B-67F1-4FB4-B694-83E2F10D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52975"/>
            <a:ext cx="18669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0694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ACL / Landlock，UI / ACP  ·  tools 与 Host surfaces</a:t>
            </a:r>
          </a:p>
        </p:txBody>
      </p:sp>
      <p:sp>
        <p:nvSpPr>
          <p:cNvPr id="120" name="seam-rule">
            <a:extLst xmlns:a="http://schemas.openxmlformats.org/drawingml/2006/main">
              <a:ext uri="{FF2B5EF4-FFF2-40B4-BE49-F238E27FC236}">
                <a16:creationId xmlns:a16="http://schemas.microsoft.com/office/drawing/2014/main" id="{19798319-6ED9-4E2C-A21E-F0FB1EC0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81575"/>
            <a:ext cx="2781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替换 Provider 无需修改 Agent Loop 或 Consumer</a:t>
            </a:r>
          </a:p>
        </p:txBody>
      </p:sp>
      <p:sp>
        <p:nvSpPr>
          <p:cNvPr id="121" name="provider-label">
            <a:extLst xmlns:a="http://schemas.openxmlformats.org/drawingml/2006/main">
              <a:ext uri="{FF2B5EF4-FFF2-40B4-BE49-F238E27FC236}">
                <a16:creationId xmlns:a16="http://schemas.microsoft.com/office/drawing/2014/main" id="{E19317D3-9BD3-4C21-9CCB-C907921D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10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外部提供方与持久化</a:t>
            </a:r>
          </a:p>
        </p:txBody>
      </p:sp>
      <p:sp>
        <p:nvSpPr>
          <p:cNvPr id="122" name="provider-0">
            <a:extLst xmlns:a="http://schemas.openxmlformats.org/drawingml/2006/main">
              <a:ext uri="{FF2B5EF4-FFF2-40B4-BE49-F238E27FC236}">
                <a16:creationId xmlns:a16="http://schemas.microsoft.com/office/drawing/2014/main" id="{3FBC9CC5-24EC-47F7-A0D9-9F6DAC34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19750"/>
            <a:ext cx="2209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AAB8FF"/>
            </a:solidFill>
            <a:prstDash val="solid"/>
          </a:ln>
        </p:spPr>
      </p:sp>
      <p:sp>
        <p:nvSpPr>
          <p:cNvPr id="123" name="provider-title-0">
            <a:extLst xmlns:a="http://schemas.openxmlformats.org/drawingml/2006/main">
              <a:ext uri="{FF2B5EF4-FFF2-40B4-BE49-F238E27FC236}">
                <a16:creationId xmlns:a16="http://schemas.microsoft.com/office/drawing/2014/main" id="{0015DD37-D879-4C2B-A87D-4125863A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7054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4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448B5"/>
                </a:solidFill>
                <a:latin typeface="Microsoft YaHei"/>
                <a:ea typeface="Microsoft YaHei"/>
                <a:cs typeface="Microsoft YaHei"/>
              </a:rPr>
              <a:t>模型服务</a:t>
            </a:r>
          </a:p>
        </p:txBody>
      </p:sp>
      <p:sp>
        <p:nvSpPr>
          <p:cNvPr id="124" name="provider-desc-0">
            <a:extLst xmlns:a="http://schemas.openxmlformats.org/drawingml/2006/main">
              <a:ext uri="{FF2B5EF4-FFF2-40B4-BE49-F238E27FC236}">
                <a16:creationId xmlns:a16="http://schemas.microsoft.com/office/drawing/2014/main" id="{BB0399A4-5F53-49C8-88F1-A5E6BAE0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15025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DeepSeek API，可扩展 provider</a:t>
            </a:r>
          </a:p>
        </p:txBody>
      </p:sp>
      <p:sp>
        <p:nvSpPr>
          <p:cNvPr id="125" name="provider-1">
            <a:extLst xmlns:a="http://schemas.openxmlformats.org/drawingml/2006/main">
              <a:ext uri="{FF2B5EF4-FFF2-40B4-BE49-F238E27FC236}">
                <a16:creationId xmlns:a16="http://schemas.microsoft.com/office/drawing/2014/main" id="{D4855EAD-F220-4958-9ACB-B8884F82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619750"/>
            <a:ext cx="2209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6" name="provider-title-1">
            <a:extLst xmlns:a="http://schemas.openxmlformats.org/drawingml/2006/main">
              <a:ext uri="{FF2B5EF4-FFF2-40B4-BE49-F238E27FC236}">
                <a16:creationId xmlns:a16="http://schemas.microsoft.com/office/drawing/2014/main" id="{B4A5E5DC-2172-43CE-A6EA-C09C4A02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7054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本地执行</a:t>
            </a:r>
          </a:p>
        </p:txBody>
      </p:sp>
      <p:sp>
        <p:nvSpPr>
          <p:cNvPr id="127" name="provider-desc-1">
            <a:extLst xmlns:a="http://schemas.openxmlformats.org/drawingml/2006/main">
              <a:ext uri="{FF2B5EF4-FFF2-40B4-BE49-F238E27FC236}">
                <a16:creationId xmlns:a16="http://schemas.microsoft.com/office/drawing/2014/main" id="{C850055B-0F9D-4F56-BC26-A29EADBE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915025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Node，Bash / PowerShell，PTY</a:t>
            </a:r>
          </a:p>
        </p:txBody>
      </p:sp>
      <p:sp>
        <p:nvSpPr>
          <p:cNvPr id="128" name="provider-2">
            <a:extLst xmlns:a="http://schemas.openxmlformats.org/drawingml/2006/main">
              <a:ext uri="{FF2B5EF4-FFF2-40B4-BE49-F238E27FC236}">
                <a16:creationId xmlns:a16="http://schemas.microsoft.com/office/drawing/2014/main" id="{15143EDB-F6B8-472F-976A-7437C5FA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19750"/>
            <a:ext cx="2209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9" name="provider-title-2">
            <a:extLst xmlns:a="http://schemas.openxmlformats.org/drawingml/2006/main">
              <a:ext uri="{FF2B5EF4-FFF2-40B4-BE49-F238E27FC236}">
                <a16:creationId xmlns:a16="http://schemas.microsoft.com/office/drawing/2014/main" id="{C4C4D8F0-F7A9-49DD-9525-86479BA8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7054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远程沙箱</a:t>
            </a:r>
          </a:p>
        </p:txBody>
      </p:sp>
      <p:sp>
        <p:nvSpPr>
          <p:cNvPr id="130" name="provider-desc-2">
            <a:extLst xmlns:a="http://schemas.openxmlformats.org/drawingml/2006/main">
              <a:ext uri="{FF2B5EF4-FFF2-40B4-BE49-F238E27FC236}">
                <a16:creationId xmlns:a16="http://schemas.microsoft.com/office/drawing/2014/main" id="{E0216017-7954-4717-9358-B61C3B64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915025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E2B，共享 FS 与 subprocess</a:t>
            </a:r>
          </a:p>
        </p:txBody>
      </p:sp>
      <p:sp>
        <p:nvSpPr>
          <p:cNvPr id="131" name="provider-3">
            <a:extLst xmlns:a="http://schemas.openxmlformats.org/drawingml/2006/main">
              <a:ext uri="{FF2B5EF4-FFF2-40B4-BE49-F238E27FC236}">
                <a16:creationId xmlns:a16="http://schemas.microsoft.com/office/drawing/2014/main" id="{A5298285-9664-4A05-8D57-18BF2EDA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619750"/>
            <a:ext cx="2209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2" name="provider-title-3">
            <a:extLst xmlns:a="http://schemas.openxmlformats.org/drawingml/2006/main">
              <a:ext uri="{FF2B5EF4-FFF2-40B4-BE49-F238E27FC236}">
                <a16:creationId xmlns:a16="http://schemas.microsoft.com/office/drawing/2014/main" id="{D5D2ADF9-3597-4B74-B910-2FD1DC3C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7054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数据持久化</a:t>
            </a:r>
          </a:p>
        </p:txBody>
      </p:sp>
      <p:sp>
        <p:nvSpPr>
          <p:cNvPr id="133" name="provider-desc-3">
            <a:extLst xmlns:a="http://schemas.openxmlformats.org/drawingml/2006/main">
              <a:ext uri="{FF2B5EF4-FFF2-40B4-BE49-F238E27FC236}">
                <a16:creationId xmlns:a16="http://schemas.microsoft.com/office/drawing/2014/main" id="{6F6E0E84-D8E5-4459-80C8-9A109C21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915025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25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Session JSONL，Storage / Query SQLite</a:t>
            </a:r>
          </a:p>
        </p:txBody>
      </p:sp>
      <p:sp>
        <p:nvSpPr>
          <p:cNvPr id="134" name="provider-4">
            <a:extLst xmlns:a="http://schemas.openxmlformats.org/drawingml/2006/main">
              <a:ext uri="{FF2B5EF4-FFF2-40B4-BE49-F238E27FC236}">
                <a16:creationId xmlns:a16="http://schemas.microsoft.com/office/drawing/2014/main" id="{062A64DB-3711-4CB9-88E4-38B91B7B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19750"/>
            <a:ext cx="2209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5" name="provider-title-4">
            <a:extLst xmlns:a="http://schemas.openxmlformats.org/drawingml/2006/main">
              <a:ext uri="{FF2B5EF4-FFF2-40B4-BE49-F238E27FC236}">
                <a16:creationId xmlns:a16="http://schemas.microsoft.com/office/drawing/2014/main" id="{73F15C31-7783-45D8-9B3F-9A560CA6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7054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外部集成</a:t>
            </a:r>
          </a:p>
        </p:txBody>
      </p:sp>
      <p:sp>
        <p:nvSpPr>
          <p:cNvPr id="136" name="provider-desc-4">
            <a:extLst xmlns:a="http://schemas.openxmlformats.org/drawingml/2006/main">
              <a:ext uri="{FF2B5EF4-FFF2-40B4-BE49-F238E27FC236}">
                <a16:creationId xmlns:a16="http://schemas.microsoft.com/office/drawing/2014/main" id="{8DDA20C6-4A52-4B96-B871-DBAF4FFB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915025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Web Search，MCP，GitHub Webhook</a:t>
            </a:r>
          </a:p>
        </p:txBody>
      </p:sp>
      <p:sp>
        <p:nvSpPr>
          <p:cNvPr id="137" name="footer">
            <a:extLst xmlns:a="http://schemas.openxmlformats.org/drawingml/2006/main">
              <a:ext uri="{FF2B5EF4-FFF2-40B4-BE49-F238E27FC236}">
                <a16:creationId xmlns:a16="http://schemas.microsoft.com/office/drawing/2014/main" id="{B3A54E8C-DCE2-4FBD-9EAC-AB592A5F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579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设计要点：Profile 组装运行时，事件日志保留模型可见事实，Capability seam 隔离接口、实现与消费方</a:t>
            </a:r>
          </a:p>
        </p:txBody>
      </p:sp>
      <p:sp>
        <p:nvSpPr>
          <p:cNvPr id="138" name="page">
            <a:extLst xmlns:a="http://schemas.openxmlformats.org/drawingml/2006/main">
              <a:ext uri="{FF2B5EF4-FFF2-40B4-BE49-F238E27FC236}">
                <a16:creationId xmlns:a16="http://schemas.microsoft.com/office/drawing/2014/main" id="{19F35E61-C1C3-4653-9502-78213CEB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59376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comm-title">
            <a:extLst xmlns:a="http://schemas.openxmlformats.org/drawingml/2006/main">
              <a:ext uri="{FF2B5EF4-FFF2-40B4-BE49-F238E27FC236}">
                <a16:creationId xmlns:a16="http://schemas.microsoft.com/office/drawing/2014/main" id="{67B94247-A066-4FD9-B4DF-3D2E19B0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95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Agent 通信业务场景与方案分析</a:t>
            </a:r>
          </a:p>
        </p:txBody>
      </p:sp>
      <p:sp>
        <p:nvSpPr>
          <p:cNvPr id="2" name="comm-subtitle">
            <a:extLst xmlns:a="http://schemas.openxmlformats.org/drawingml/2006/main">
              <a:ext uri="{FF2B5EF4-FFF2-40B4-BE49-F238E27FC236}">
                <a16:creationId xmlns:a16="http://schemas.microsoft.com/office/drawing/2014/main" id="{26A73386-68E8-45C8-B70C-5E540EF6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85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控制消息走显式接口与 Agent Inbox；Session 日志提供恢复能力，共享文件仅承载代码和产物</a:t>
            </a:r>
          </a:p>
        </p:txBody>
      </p:sp>
      <p:sp>
        <p:nvSpPr>
          <p:cNvPr id="3" name="comm-badge">
            <a:extLst xmlns:a="http://schemas.openxmlformats.org/drawingml/2006/main">
              <a:ext uri="{FF2B5EF4-FFF2-40B4-BE49-F238E27FC236}">
                <a16:creationId xmlns:a16="http://schemas.microsoft.com/office/drawing/2014/main" id="{E490AC2F-3800-4E07-A664-5FB58D5B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28600"/>
            <a:ext cx="15811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BFC9FF"/>
            </a:solidFill>
            <a:prstDash val="solid"/>
          </a:ln>
        </p:spPr>
      </p:sp>
      <p:sp>
        <p:nvSpPr>
          <p:cNvPr id="4" name="comm-badge-label">
            <a:extLst xmlns:a="http://schemas.openxmlformats.org/drawingml/2006/main">
              <a:ext uri="{FF2B5EF4-FFF2-40B4-BE49-F238E27FC236}">
                <a16:creationId xmlns:a16="http://schemas.microsoft.com/office/drawing/2014/main" id="{4FD21441-7ABE-452C-BD38-F1980D38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4800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DSH COMMUNICATION</a:t>
            </a:r>
          </a:p>
        </p:txBody>
      </p:sp>
      <p:sp>
        <p:nvSpPr>
          <p:cNvPr id="5" name="comm-badge-value">
            <a:extLst xmlns:a="http://schemas.openxmlformats.org/drawingml/2006/main">
              <a:ext uri="{FF2B5EF4-FFF2-40B4-BE49-F238E27FC236}">
                <a16:creationId xmlns:a16="http://schemas.microsoft.com/office/drawing/2014/main" id="{61C064FF-BF0D-4C03-A281-697C845C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6672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3B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3B9B"/>
                </a:solidFill>
                <a:latin typeface="Microsoft YaHei"/>
                <a:ea typeface="Microsoft YaHei"/>
                <a:cs typeface="Microsoft YaHei"/>
              </a:rPr>
              <a:t>Subagent + Team</a:t>
            </a:r>
          </a:p>
        </p:txBody>
      </p:sp>
      <p:sp>
        <p:nvSpPr>
          <p:cNvPr id="6" name="scenario-label">
            <a:extLst xmlns:a="http://schemas.openxmlformats.org/drawingml/2006/main">
              <a:ext uri="{FF2B5EF4-FFF2-40B4-BE49-F238E27FC236}">
                <a16:creationId xmlns:a16="http://schemas.microsoft.com/office/drawing/2014/main" id="{332FAEE2-9B78-4050-B608-095557E3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028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7" name="scenario-0">
            <a:extLst xmlns:a="http://schemas.openxmlformats.org/drawingml/2006/main">
              <a:ext uri="{FF2B5EF4-FFF2-40B4-BE49-F238E27FC236}">
                <a16:creationId xmlns:a16="http://schemas.microsoft.com/office/drawing/2014/main" id="{00B1689B-9D8C-4530-BDAE-C650C370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257300"/>
            <a:ext cx="2781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scenario-title-0">
            <a:extLst xmlns:a="http://schemas.openxmlformats.org/drawingml/2006/main">
              <a:ext uri="{FF2B5EF4-FFF2-40B4-BE49-F238E27FC236}">
                <a16:creationId xmlns:a16="http://schemas.microsoft.com/office/drawing/2014/main" id="{AE3FB837-7037-47F5-B259-90E92556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43025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01 任务委派</a:t>
            </a:r>
          </a:p>
        </p:txBody>
      </p:sp>
      <p:sp>
        <p:nvSpPr>
          <p:cNvPr id="9" name="scenario-desc-0">
            <a:extLst xmlns:a="http://schemas.openxmlformats.org/drawingml/2006/main">
              <a:ext uri="{FF2B5EF4-FFF2-40B4-BE49-F238E27FC236}">
                <a16:creationId xmlns:a16="http://schemas.microsoft.com/office/drawing/2014/main" id="{BBEBEE2F-9C4D-424B-A6F0-1BEFB3E7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2514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Lead 创建 one-shot 或 continuable 子 Agent</a:t>
            </a:r>
          </a:p>
        </p:txBody>
      </p:sp>
      <p:sp>
        <p:nvSpPr>
          <p:cNvPr id="10" name="scenario-note-0">
            <a:extLst xmlns:a="http://schemas.openxmlformats.org/drawingml/2006/main">
              <a:ext uri="{FF2B5EF4-FFF2-40B4-BE49-F238E27FC236}">
                <a16:creationId xmlns:a16="http://schemas.microsoft.com/office/drawing/2014/main" id="{6DE6CD23-968D-44FB-8CF2-0005597E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2514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一次性交付 / 多轮协作</a:t>
            </a:r>
          </a:p>
        </p:txBody>
      </p:sp>
      <p:sp>
        <p:nvSpPr>
          <p:cNvPr id="11" name="scenario-1">
            <a:extLst xmlns:a="http://schemas.openxmlformats.org/drawingml/2006/main">
              <a:ext uri="{FF2B5EF4-FFF2-40B4-BE49-F238E27FC236}">
                <a16:creationId xmlns:a16="http://schemas.microsoft.com/office/drawing/2014/main" id="{287141BA-2F92-41E3-AA50-234E978E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257300"/>
            <a:ext cx="2781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scenario-title-1">
            <a:extLst xmlns:a="http://schemas.openxmlformats.org/drawingml/2006/main">
              <a:ext uri="{FF2B5EF4-FFF2-40B4-BE49-F238E27FC236}">
                <a16:creationId xmlns:a16="http://schemas.microsoft.com/office/drawing/2014/main" id="{268CFFB0-7AA4-44FD-BBD9-15CE999B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343025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02 运行中干预</a:t>
            </a:r>
          </a:p>
        </p:txBody>
      </p:sp>
      <p:sp>
        <p:nvSpPr>
          <p:cNvPr id="13" name="scenario-desc-1">
            <a:extLst xmlns:a="http://schemas.openxmlformats.org/drawingml/2006/main">
              <a:ext uri="{FF2B5EF4-FFF2-40B4-BE49-F238E27FC236}">
                <a16:creationId xmlns:a16="http://schemas.microsoft.com/office/drawing/2014/main" id="{3DCB430F-8DBC-4A4A-804D-289F13E7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43050"/>
            <a:ext cx="2514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补充约束、纠偏或要求继续处理</a:t>
            </a:r>
          </a:p>
        </p:txBody>
      </p:sp>
      <p:sp>
        <p:nvSpPr>
          <p:cNvPr id="14" name="scenario-note-1">
            <a:extLst xmlns:a="http://schemas.openxmlformats.org/drawingml/2006/main">
              <a:ext uri="{FF2B5EF4-FFF2-40B4-BE49-F238E27FC236}">
                <a16:creationId xmlns:a16="http://schemas.microsoft.com/office/drawing/2014/main" id="{433060D9-386E-42DD-9D8C-CC4B7709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33550"/>
            <a:ext cx="2514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running 在 step 边界领取</a:t>
            </a:r>
          </a:p>
        </p:txBody>
      </p:sp>
      <p:sp>
        <p:nvSpPr>
          <p:cNvPr id="15" name="scenario-2">
            <a:extLst xmlns:a="http://schemas.openxmlformats.org/drawingml/2006/main">
              <a:ext uri="{FF2B5EF4-FFF2-40B4-BE49-F238E27FC236}">
                <a16:creationId xmlns:a16="http://schemas.microsoft.com/office/drawing/2014/main" id="{73372CB5-AC49-48CE-88D3-3FBA07DD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257300"/>
            <a:ext cx="2781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AAB8FF"/>
            </a:solidFill>
            <a:prstDash val="solid"/>
          </a:ln>
        </p:spPr>
      </p:sp>
      <p:sp>
        <p:nvSpPr>
          <p:cNvPr id="16" name="scenario-title-2">
            <a:extLst xmlns:a="http://schemas.openxmlformats.org/drawingml/2006/main">
              <a:ext uri="{FF2B5EF4-FFF2-40B4-BE49-F238E27FC236}">
                <a16:creationId xmlns:a16="http://schemas.microsoft.com/office/drawing/2014/main" id="{39927F5C-77B6-4A27-8E59-56A43202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43025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4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448B5"/>
                </a:solidFill>
                <a:latin typeface="Microsoft YaHei"/>
                <a:ea typeface="Microsoft YaHei"/>
                <a:cs typeface="Microsoft YaHei"/>
              </a:rPr>
              <a:t>03 团队协作</a:t>
            </a:r>
          </a:p>
        </p:txBody>
      </p:sp>
      <p:sp>
        <p:nvSpPr>
          <p:cNvPr id="17" name="scenario-desc-2">
            <a:extLst xmlns:a="http://schemas.openxmlformats.org/drawingml/2006/main">
              <a:ext uri="{FF2B5EF4-FFF2-40B4-BE49-F238E27FC236}">
                <a16:creationId xmlns:a16="http://schemas.microsoft.com/office/drawing/2014/main" id="{49870D35-F5CF-4663-BF5E-5E114764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43050"/>
            <a:ext cx="2514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Lead 与 teammate、teammate 之间同步</a:t>
            </a:r>
          </a:p>
        </p:txBody>
      </p:sp>
      <p:sp>
        <p:nvSpPr>
          <p:cNvPr id="18" name="scenario-note-2">
            <a:extLst xmlns:a="http://schemas.openxmlformats.org/drawingml/2006/main">
              <a:ext uri="{FF2B5EF4-FFF2-40B4-BE49-F238E27FC236}">
                <a16:creationId xmlns:a16="http://schemas.microsoft.com/office/drawing/2014/main" id="{CB262892-11B1-4FE3-9514-E42A1050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33550"/>
            <a:ext cx="2514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持久 Mailbox 点对点投递</a:t>
            </a:r>
          </a:p>
        </p:txBody>
      </p:sp>
      <p:sp>
        <p:nvSpPr>
          <p:cNvPr id="19" name="scenario-3">
            <a:extLst xmlns:a="http://schemas.openxmlformats.org/drawingml/2006/main">
              <a:ext uri="{FF2B5EF4-FFF2-40B4-BE49-F238E27FC236}">
                <a16:creationId xmlns:a16="http://schemas.microsoft.com/office/drawing/2014/main" id="{1BA2C73B-47C2-4118-A12A-9BE50BAD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57300"/>
            <a:ext cx="2781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scenario-title-3">
            <a:extLst xmlns:a="http://schemas.openxmlformats.org/drawingml/2006/main">
              <a:ext uri="{FF2B5EF4-FFF2-40B4-BE49-F238E27FC236}">
                <a16:creationId xmlns:a16="http://schemas.microsoft.com/office/drawing/2014/main" id="{C06EDC84-4747-4E3C-B6CC-A4D8F365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343025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04 离线恢复</a:t>
            </a:r>
          </a:p>
        </p:txBody>
      </p:sp>
      <p:sp>
        <p:nvSpPr>
          <p:cNvPr id="21" name="scenario-desc-3">
            <a:extLst xmlns:a="http://schemas.openxmlformats.org/drawingml/2006/main">
              <a:ext uri="{FF2B5EF4-FFF2-40B4-BE49-F238E27FC236}">
                <a16:creationId xmlns:a16="http://schemas.microsoft.com/office/drawing/2014/main" id="{EF9113E3-C3F5-410A-8CBF-43D6ACA8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543050"/>
            <a:ext cx="2514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成员退出、崩溃或 reload 后继续</a:t>
            </a:r>
          </a:p>
        </p:txBody>
      </p:sp>
      <p:sp>
        <p:nvSpPr>
          <p:cNvPr id="22" name="scenario-note-3">
            <a:extLst xmlns:a="http://schemas.openxmlformats.org/drawingml/2006/main">
              <a:ext uri="{FF2B5EF4-FFF2-40B4-BE49-F238E27FC236}">
                <a16:creationId xmlns:a16="http://schemas.microsoft.com/office/drawing/2014/main" id="{FF4D6A16-E321-4877-AF2D-FEE6A01B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33550"/>
            <a:ext cx="2514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queued 消息冷恢复后到达</a:t>
            </a:r>
          </a:p>
        </p:txBody>
      </p:sp>
      <p:sp>
        <p:nvSpPr>
          <p:cNvPr id="23" name="comm-main">
            <a:extLst xmlns:a="http://schemas.openxmlformats.org/drawingml/2006/main">
              <a:ext uri="{FF2B5EF4-FFF2-40B4-BE49-F238E27FC236}">
                <a16:creationId xmlns:a16="http://schemas.microsoft.com/office/drawing/2014/main" id="{ADB7762E-BB76-4491-B7AC-0076E601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14550"/>
            <a:ext cx="8858250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F"/>
          </a:solidFill>
          <a:ln xmlns:a="http://schemas.openxmlformats.org/drawingml/2006/main" w="9525">
            <a:solidFill>
              <a:srgbClr val="BFC9FF"/>
            </a:solidFill>
            <a:prstDash val="solid"/>
          </a:ln>
        </p:spPr>
      </p:sp>
      <p:sp>
        <p:nvSpPr>
          <p:cNvPr id="24" name="comm-main-title">
            <a:extLst xmlns:a="http://schemas.openxmlformats.org/drawingml/2006/main">
              <a:ext uri="{FF2B5EF4-FFF2-40B4-BE49-F238E27FC236}">
                <a16:creationId xmlns:a16="http://schemas.microsoft.com/office/drawing/2014/main" id="{6C081E42-267E-4994-8CAA-5226E84C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B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3B9B"/>
                </a:solidFill>
                <a:latin typeface="Microsoft YaHei"/>
                <a:ea typeface="Microsoft YaHei"/>
                <a:cs typeface="Microsoft YaHei"/>
              </a:rPr>
              <a:t>消息控制面</a:t>
            </a:r>
          </a:p>
        </p:txBody>
      </p:sp>
      <p:sp>
        <p:nvSpPr>
          <p:cNvPr id="25" name="comm-main-rule">
            <a:extLst xmlns:a="http://schemas.openxmlformats.org/drawingml/2006/main">
              <a:ext uri="{FF2B5EF4-FFF2-40B4-BE49-F238E27FC236}">
                <a16:creationId xmlns:a16="http://schemas.microsoft.com/office/drawing/2014/main" id="{FD8FEAF7-43B1-4E19-99B4-D5BCB5F6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05050"/>
            <a:ext cx="3829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统一抽象，按目标状态选择实时投递或冷恢复</a:t>
            </a:r>
          </a:p>
        </p:txBody>
      </p:sp>
      <p:sp>
        <p:nvSpPr>
          <p:cNvPr id="26" name="comm-flow-219">
            <a:extLst xmlns:a="http://schemas.openxmlformats.org/drawingml/2006/main">
              <a:ext uri="{FF2B5EF4-FFF2-40B4-BE49-F238E27FC236}">
                <a16:creationId xmlns:a16="http://schemas.microsoft.com/office/drawing/2014/main" id="{507E6333-5C07-44BF-A05F-18707447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94322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6BFE"/>
          </a:solidFill>
          <a:ln xmlns:a="http://schemas.openxmlformats.org/drawingml/2006/main" w="0">
            <a:solidFill>
              <a:srgbClr val="4D6BFE"/>
            </a:solidFill>
            <a:prstDash val="solid"/>
          </a:ln>
        </p:spPr>
      </p:sp>
      <p:sp>
        <p:nvSpPr>
          <p:cNvPr id="27" name="comm-flow-408">
            <a:extLst xmlns:a="http://schemas.openxmlformats.org/drawingml/2006/main">
              <a:ext uri="{FF2B5EF4-FFF2-40B4-BE49-F238E27FC236}">
                <a16:creationId xmlns:a16="http://schemas.microsoft.com/office/drawing/2014/main" id="{9174E3B1-EB33-45EA-8650-E909E917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4322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6BFE"/>
          </a:solidFill>
          <a:ln xmlns:a="http://schemas.openxmlformats.org/drawingml/2006/main" w="0">
            <a:solidFill>
              <a:srgbClr val="4D6BFE"/>
            </a:solidFill>
            <a:prstDash val="solid"/>
          </a:ln>
        </p:spPr>
      </p:sp>
      <p:sp>
        <p:nvSpPr>
          <p:cNvPr id="28" name="comm-flow-597">
            <a:extLst xmlns:a="http://schemas.openxmlformats.org/drawingml/2006/main">
              <a:ext uri="{FF2B5EF4-FFF2-40B4-BE49-F238E27FC236}">
                <a16:creationId xmlns:a16="http://schemas.microsoft.com/office/drawing/2014/main" id="{C2546DBA-76BA-4BBE-B776-B5F7F34C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94322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6BFE"/>
          </a:solidFill>
          <a:ln xmlns:a="http://schemas.openxmlformats.org/drawingml/2006/main" w="0">
            <a:solidFill>
              <a:srgbClr val="4D6BFE"/>
            </a:solidFill>
            <a:prstDash val="solid"/>
          </a:ln>
        </p:spPr>
      </p:sp>
      <p:sp>
        <p:nvSpPr>
          <p:cNvPr id="29" name="comm-flow-786">
            <a:extLst xmlns:a="http://schemas.openxmlformats.org/drawingml/2006/main">
              <a:ext uri="{FF2B5EF4-FFF2-40B4-BE49-F238E27FC236}">
                <a16:creationId xmlns:a16="http://schemas.microsoft.com/office/drawing/2014/main" id="{0D5FA437-B9F8-44D0-8A83-EF9D094B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6BFE"/>
          </a:solidFill>
          <a:ln xmlns:a="http://schemas.openxmlformats.org/drawingml/2006/main" w="0">
            <a:solidFill>
              <a:srgbClr val="4D6BFE"/>
            </a:solidFill>
            <a:prstDash val="solid"/>
          </a:ln>
        </p:spPr>
      </p:sp>
      <p:sp>
        <p:nvSpPr>
          <p:cNvPr id="30" name="team-persist-down">
            <a:extLst xmlns:a="http://schemas.openxmlformats.org/drawingml/2006/main">
              <a:ext uri="{FF2B5EF4-FFF2-40B4-BE49-F238E27FC236}">
                <a16:creationId xmlns:a16="http://schemas.microsoft.com/office/drawing/2014/main" id="{D4C55561-3A0B-42D1-9DFD-0006D1CA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33775"/>
            <a:ext cx="190500" cy="1809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D6BFE"/>
          </a:solidFill>
          <a:ln xmlns:a="http://schemas.openxmlformats.org/drawingml/2006/main" w="0">
            <a:solidFill>
              <a:srgbClr val="4D6BFE"/>
            </a:solidFill>
            <a:prstDash val="solid"/>
          </a:ln>
        </p:spPr>
      </p:sp>
      <p:sp>
        <p:nvSpPr>
          <p:cNvPr id="31" name="target-log-down">
            <a:extLst xmlns:a="http://schemas.openxmlformats.org/drawingml/2006/main">
              <a:ext uri="{FF2B5EF4-FFF2-40B4-BE49-F238E27FC236}">
                <a16:creationId xmlns:a16="http://schemas.microsoft.com/office/drawing/2014/main" id="{2BEFC3A9-E648-4C3D-BAD2-C69CA020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33775"/>
            <a:ext cx="190500" cy="1809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D6BFE"/>
          </a:solidFill>
          <a:ln xmlns:a="http://schemas.openxmlformats.org/drawingml/2006/main" w="0">
            <a:solidFill>
              <a:srgbClr val="4D6BFE"/>
            </a:solidFill>
            <a:prstDash val="solid"/>
          </a:ln>
        </p:spPr>
      </p:sp>
      <p:sp>
        <p:nvSpPr>
          <p:cNvPr id="32" name="chain-0">
            <a:extLst xmlns:a="http://schemas.openxmlformats.org/drawingml/2006/main">
              <a:ext uri="{FF2B5EF4-FFF2-40B4-BE49-F238E27FC236}">
                <a16:creationId xmlns:a16="http://schemas.microsoft.com/office/drawing/2014/main" id="{C4AC52B8-E4E6-4854-BE33-572A53CE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157162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chain-title-0">
            <a:extLst xmlns:a="http://schemas.openxmlformats.org/drawingml/2006/main">
              <a:ext uri="{FF2B5EF4-FFF2-40B4-BE49-F238E27FC236}">
                <a16:creationId xmlns:a16="http://schemas.microsoft.com/office/drawing/2014/main" id="{0259FC87-ED59-4E01-81D5-ED4F5187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3430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发送者</a:t>
            </a:r>
          </a:p>
        </p:txBody>
      </p:sp>
      <p:sp>
        <p:nvSpPr>
          <p:cNvPr id="34" name="chain-core-0">
            <a:extLst xmlns:a="http://schemas.openxmlformats.org/drawingml/2006/main">
              <a:ext uri="{FF2B5EF4-FFF2-40B4-BE49-F238E27FC236}">
                <a16:creationId xmlns:a16="http://schemas.microsoft.com/office/drawing/2014/main" id="{61AE2A31-A2D3-4506-A87F-156B58E9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Lead / Parent</a:t>
            </a:r>
          </a:p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Teammate / Child</a:t>
            </a:r>
          </a:p>
        </p:txBody>
      </p:sp>
      <p:sp>
        <p:nvSpPr>
          <p:cNvPr id="35" name="chain-note-0">
            <a:extLst xmlns:a="http://schemas.openxmlformats.org/drawingml/2006/main">
              <a:ext uri="{FF2B5EF4-FFF2-40B4-BE49-F238E27FC236}">
                <a16:creationId xmlns:a16="http://schemas.microsoft.com/office/drawing/2014/main" id="{3B8F3810-CF0C-4826-A809-749E9F95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343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在线 Agent 身份</a:t>
            </a:r>
          </a:p>
        </p:txBody>
      </p:sp>
      <p:sp>
        <p:nvSpPr>
          <p:cNvPr id="36" name="chain-1">
            <a:extLst xmlns:a="http://schemas.openxmlformats.org/drawingml/2006/main">
              <a:ext uri="{FF2B5EF4-FFF2-40B4-BE49-F238E27FC236}">
                <a16:creationId xmlns:a16="http://schemas.microsoft.com/office/drawing/2014/main" id="{81993948-389B-4666-AE73-576B638E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667000"/>
            <a:ext cx="157162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chain-title-1">
            <a:extLst xmlns:a="http://schemas.openxmlformats.org/drawingml/2006/main">
              <a:ext uri="{FF2B5EF4-FFF2-40B4-BE49-F238E27FC236}">
                <a16:creationId xmlns:a16="http://schemas.microsoft.com/office/drawing/2014/main" id="{FCF681C5-0163-485B-8B26-BC0A0D4D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762250"/>
            <a:ext cx="13430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通信接口</a:t>
            </a:r>
          </a:p>
        </p:txBody>
      </p:sp>
      <p:sp>
        <p:nvSpPr>
          <p:cNvPr id="38" name="chain-core-1">
            <a:extLst xmlns:a="http://schemas.openxmlformats.org/drawingml/2006/main">
              <a:ext uri="{FF2B5EF4-FFF2-40B4-BE49-F238E27FC236}">
                <a16:creationId xmlns:a16="http://schemas.microsoft.com/office/drawing/2014/main" id="{2B359499-C74C-4457-8199-73BDD36C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6227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send_message</a:t>
            </a:r>
          </a:p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sendMessage()</a:t>
            </a:r>
          </a:p>
        </p:txBody>
      </p:sp>
      <p:sp>
        <p:nvSpPr>
          <p:cNvPr id="39" name="chain-note-1">
            <a:extLst xmlns:a="http://schemas.openxmlformats.org/drawingml/2006/main">
              <a:ext uri="{FF2B5EF4-FFF2-40B4-BE49-F238E27FC236}">
                <a16:creationId xmlns:a16="http://schemas.microsoft.com/office/drawing/2014/main" id="{F057401F-B6F1-4B36-B916-AF63BED5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14700"/>
            <a:ext cx="1343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显式模型操作</a:t>
            </a:r>
          </a:p>
        </p:txBody>
      </p:sp>
      <p:sp>
        <p:nvSpPr>
          <p:cNvPr id="40" name="chain-2">
            <a:extLst xmlns:a="http://schemas.openxmlformats.org/drawingml/2006/main">
              <a:ext uri="{FF2B5EF4-FFF2-40B4-BE49-F238E27FC236}">
                <a16:creationId xmlns:a16="http://schemas.microsoft.com/office/drawing/2014/main" id="{06973C43-617F-493C-954B-FC8E346C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157162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1" name="chain-title-2">
            <a:extLst xmlns:a="http://schemas.openxmlformats.org/drawingml/2006/main">
              <a:ext uri="{FF2B5EF4-FFF2-40B4-BE49-F238E27FC236}">
                <a16:creationId xmlns:a16="http://schemas.microsoft.com/office/drawing/2014/main" id="{DEC0C55C-EF5B-4110-A79C-C7ADEAE4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62250"/>
            <a:ext cx="13430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鉴权与路由</a:t>
            </a:r>
          </a:p>
        </p:txBody>
      </p:sp>
      <p:sp>
        <p:nvSpPr>
          <p:cNvPr id="42" name="chain-core-2">
            <a:extLst xmlns:a="http://schemas.openxmlformats.org/drawingml/2006/main">
              <a:ext uri="{FF2B5EF4-FFF2-40B4-BE49-F238E27FC236}">
                <a16:creationId xmlns:a16="http://schemas.microsoft.com/office/drawing/2014/main" id="{92969D06-3C20-4A19-BFF7-3B1265F4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6227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父子边界 / Team peer</a:t>
            </a:r>
          </a:p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目标 Activation 状态</a:t>
            </a:r>
          </a:p>
        </p:txBody>
      </p:sp>
      <p:sp>
        <p:nvSpPr>
          <p:cNvPr id="43" name="chain-note-2">
            <a:extLst xmlns:a="http://schemas.openxmlformats.org/drawingml/2006/main">
              <a:ext uri="{FF2B5EF4-FFF2-40B4-BE49-F238E27FC236}">
                <a16:creationId xmlns:a16="http://schemas.microsoft.com/office/drawing/2014/main" id="{427FD6FA-86DB-48B4-9F41-69CBF02A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14700"/>
            <a:ext cx="1343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拒绝越权与陈旧实例</a:t>
            </a:r>
          </a:p>
        </p:txBody>
      </p:sp>
      <p:sp>
        <p:nvSpPr>
          <p:cNvPr id="44" name="chain-3">
            <a:extLst xmlns:a="http://schemas.openxmlformats.org/drawingml/2006/main">
              <a:ext uri="{FF2B5EF4-FFF2-40B4-BE49-F238E27FC236}">
                <a16:creationId xmlns:a16="http://schemas.microsoft.com/office/drawing/2014/main" id="{22201BE7-630E-4794-8C59-20375AF7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667000"/>
            <a:ext cx="157162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9EDFF"/>
          </a:solidFill>
          <a:ln xmlns:a="http://schemas.openxmlformats.org/drawingml/2006/main" w="9525">
            <a:solidFill>
              <a:srgbClr val="8EA2FF"/>
            </a:solidFill>
            <a:prstDash val="solid"/>
          </a:ln>
        </p:spPr>
      </p:sp>
      <p:sp>
        <p:nvSpPr>
          <p:cNvPr id="45" name="chain-title-3">
            <a:extLst xmlns:a="http://schemas.openxmlformats.org/drawingml/2006/main">
              <a:ext uri="{FF2B5EF4-FFF2-40B4-BE49-F238E27FC236}">
                <a16:creationId xmlns:a16="http://schemas.microsoft.com/office/drawing/2014/main" id="{C44B108F-244F-40A3-A368-D689E4A5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762250"/>
            <a:ext cx="13430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投递原语</a:t>
            </a:r>
          </a:p>
        </p:txBody>
      </p:sp>
      <p:sp>
        <p:nvSpPr>
          <p:cNvPr id="46" name="chain-core-3">
            <a:extLst xmlns:a="http://schemas.openxmlformats.org/drawingml/2006/main">
              <a:ext uri="{FF2B5EF4-FFF2-40B4-BE49-F238E27FC236}">
                <a16:creationId xmlns:a16="http://schemas.microsoft.com/office/drawing/2014/main" id="{A55451FC-B579-4859-AFEC-28B1CAA8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6227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Agent.steer()</a:t>
            </a:r>
          </a:p>
        </p:txBody>
      </p:sp>
      <p:sp>
        <p:nvSpPr>
          <p:cNvPr id="47" name="chain-note-3">
            <a:extLst xmlns:a="http://schemas.openxmlformats.org/drawingml/2006/main">
              <a:ext uri="{FF2B5EF4-FFF2-40B4-BE49-F238E27FC236}">
                <a16:creationId xmlns:a16="http://schemas.microsoft.com/office/drawing/2014/main" id="{B843CEAA-F639-442E-8C99-43A4D02A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314700"/>
            <a:ext cx="1343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空闲启轮次，运行中等待 step</a:t>
            </a:r>
          </a:p>
        </p:txBody>
      </p:sp>
      <p:sp>
        <p:nvSpPr>
          <p:cNvPr id="48" name="chain-4">
            <a:extLst xmlns:a="http://schemas.openxmlformats.org/drawingml/2006/main">
              <a:ext uri="{FF2B5EF4-FFF2-40B4-BE49-F238E27FC236}">
                <a16:creationId xmlns:a16="http://schemas.microsoft.com/office/drawing/2014/main" id="{9EB17368-59A3-4348-8291-DC400005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67000"/>
            <a:ext cx="157162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9EDFF"/>
          </a:solidFill>
          <a:ln xmlns:a="http://schemas.openxmlformats.org/drawingml/2006/main" w="9525">
            <a:solidFill>
              <a:srgbClr val="8EA2FF"/>
            </a:solidFill>
            <a:prstDash val="solid"/>
          </a:ln>
        </p:spPr>
      </p:sp>
      <p:sp>
        <p:nvSpPr>
          <p:cNvPr id="49" name="chain-title-4">
            <a:extLst xmlns:a="http://schemas.openxmlformats.org/drawingml/2006/main">
              <a:ext uri="{FF2B5EF4-FFF2-40B4-BE49-F238E27FC236}">
                <a16:creationId xmlns:a16="http://schemas.microsoft.com/office/drawing/2014/main" id="{4FAC6A44-A6F5-4B1A-AD84-1ABE10EB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13430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6BFE"/>
                </a:solidFill>
                <a:latin typeface="Microsoft YaHei"/>
                <a:ea typeface="Microsoft YaHei"/>
                <a:cs typeface="Microsoft YaHei"/>
              </a:rPr>
              <a:t>目标收件箱</a:t>
            </a:r>
          </a:p>
        </p:txBody>
      </p:sp>
      <p:sp>
        <p:nvSpPr>
          <p:cNvPr id="50" name="chain-core-4">
            <a:extLst xmlns:a="http://schemas.openxmlformats.org/drawingml/2006/main">
              <a:ext uri="{FF2B5EF4-FFF2-40B4-BE49-F238E27FC236}">
                <a16:creationId xmlns:a16="http://schemas.microsoft.com/office/drawing/2014/main" id="{C36A52B5-9407-4168-BCD7-A9D5952D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6227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Agent Inbox</a:t>
            </a:r>
          </a:p>
        </p:txBody>
      </p:sp>
      <p:sp>
        <p:nvSpPr>
          <p:cNvPr id="51" name="chain-note-4">
            <a:extLst xmlns:a="http://schemas.openxmlformats.org/drawingml/2006/main">
              <a:ext uri="{FF2B5EF4-FFF2-40B4-BE49-F238E27FC236}">
                <a16:creationId xmlns:a16="http://schemas.microsoft.com/office/drawing/2014/main" id="{E9A9A190-3113-495A-91DA-BD87D141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14700"/>
            <a:ext cx="1343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唯一轮次 FIFO</a:t>
            </a:r>
          </a:p>
        </p:txBody>
      </p:sp>
      <p:sp>
        <p:nvSpPr>
          <p:cNvPr id="52" name="target-session">
            <a:extLst xmlns:a="http://schemas.openxmlformats.org/drawingml/2006/main">
              <a:ext uri="{FF2B5EF4-FFF2-40B4-BE49-F238E27FC236}">
                <a16:creationId xmlns:a16="http://schemas.microsoft.com/office/drawing/2014/main" id="{4B90513D-4280-4FDA-BBF9-25C7EB08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43325"/>
            <a:ext cx="2152650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53" name="target-session-title">
            <a:extLst xmlns:a="http://schemas.openxmlformats.org/drawingml/2006/main">
              <a:ext uri="{FF2B5EF4-FFF2-40B4-BE49-F238E27FC236}">
                <a16:creationId xmlns:a16="http://schemas.microsoft.com/office/drawing/2014/main" id="{0C16C597-E428-436A-92F8-1AD62132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838575"/>
            <a:ext cx="1847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 Session</a:t>
            </a:r>
          </a:p>
        </p:txBody>
      </p:sp>
      <p:sp>
        <p:nvSpPr>
          <p:cNvPr id="54" name="target-session-body">
            <a:extLst xmlns:a="http://schemas.openxmlformats.org/drawingml/2006/main">
              <a:ext uri="{FF2B5EF4-FFF2-40B4-BE49-F238E27FC236}">
                <a16:creationId xmlns:a16="http://schemas.microsoft.com/office/drawing/2014/main" id="{27FA7CDC-38FA-40F7-B7A7-5ED85C67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057650"/>
            <a:ext cx="1847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inbox inserted / claimed</a:t>
            </a:r>
          </a:p>
          <a:p xmlns:a="http://schemas.openxmlformats.org/drawingml/2006/main">
            <a:pPr algn="l">
              <a:defRPr sz="7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消息来源与 messageId</a:t>
            </a:r>
          </a:p>
        </p:txBody>
      </p:sp>
      <p:sp>
        <p:nvSpPr>
          <p:cNvPr id="55" name="team-log">
            <a:extLst xmlns:a="http://schemas.openxmlformats.org/drawingml/2006/main">
              <a:ext uri="{FF2B5EF4-FFF2-40B4-BE49-F238E27FC236}">
                <a16:creationId xmlns:a16="http://schemas.microsoft.com/office/drawing/2014/main" id="{0ED2852D-4EE9-40B3-B7EB-86A8986E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43325"/>
            <a:ext cx="1581150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56" name="team-log-title">
            <a:extLst xmlns:a="http://schemas.openxmlformats.org/drawingml/2006/main">
              <a:ext uri="{FF2B5EF4-FFF2-40B4-BE49-F238E27FC236}">
                <a16:creationId xmlns:a16="http://schemas.microsoft.com/office/drawing/2014/main" id="{8002A976-AE83-472B-B6BF-BF7E97BB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38575"/>
            <a:ext cx="1314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Lead Session 日志</a:t>
            </a:r>
          </a:p>
        </p:txBody>
      </p:sp>
      <p:sp>
        <p:nvSpPr>
          <p:cNvPr id="57" name="team-log-body">
            <a:extLst xmlns:a="http://schemas.openxmlformats.org/drawingml/2006/main">
              <a:ext uri="{FF2B5EF4-FFF2-40B4-BE49-F238E27FC236}">
                <a16:creationId xmlns:a16="http://schemas.microsoft.com/office/drawing/2014/main" id="{3A47BD84-824B-418B-976A-90167D61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57650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team/message/queued</a:t>
            </a:r>
          </a:p>
          <a:p xmlns:a="http://schemas.openxmlformats.org/drawingml/2006/main">
            <a:pPr algn="l">
              <a:defRPr sz="6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team/message/delivered</a:t>
            </a:r>
          </a:p>
        </p:txBody>
      </p:sp>
      <p:sp>
        <p:nvSpPr>
          <p:cNvPr id="58" name="runtime-memory">
            <a:extLst xmlns:a="http://schemas.openxmlformats.org/drawingml/2006/main">
              <a:ext uri="{FF2B5EF4-FFF2-40B4-BE49-F238E27FC236}">
                <a16:creationId xmlns:a16="http://schemas.microsoft.com/office/drawing/2014/main" id="{CDD8CCB3-398F-475D-AB85-0D6C360C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81525"/>
            <a:ext cx="26098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9" name="runtime-memory-title">
            <a:extLst xmlns:a="http://schemas.openxmlformats.org/drawingml/2006/main">
              <a:ext uri="{FF2B5EF4-FFF2-40B4-BE49-F238E27FC236}">
                <a16:creationId xmlns:a16="http://schemas.microsoft.com/office/drawing/2014/main" id="{7653B554-D15A-45D3-AA0D-A1DAF00B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进程内运行状态</a:t>
            </a:r>
          </a:p>
        </p:txBody>
      </p:sp>
      <p:sp>
        <p:nvSpPr>
          <p:cNvPr id="60" name="runtime-memory-body">
            <a:extLst xmlns:a="http://schemas.openxmlformats.org/drawingml/2006/main">
              <a:ext uri="{FF2B5EF4-FFF2-40B4-BE49-F238E27FC236}">
                <a16:creationId xmlns:a16="http://schemas.microsoft.com/office/drawing/2014/main" id="{1D761D40-2888-40F0-A21A-36196F22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24425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Activation、AgentHandle、ownership graph</a:t>
            </a:r>
          </a:p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用于实时调度，可从持久状态重建</a:t>
            </a:r>
          </a:p>
        </p:txBody>
      </p:sp>
      <p:sp>
        <p:nvSpPr>
          <p:cNvPr id="61" name="recovery">
            <a:extLst xmlns:a="http://schemas.openxmlformats.org/drawingml/2006/main">
              <a:ext uri="{FF2B5EF4-FFF2-40B4-BE49-F238E27FC236}">
                <a16:creationId xmlns:a16="http://schemas.microsoft.com/office/drawing/2014/main" id="{F10452BB-7385-49C9-B432-E788CA85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81525"/>
            <a:ext cx="2724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AAB8FF"/>
            </a:solidFill>
            <a:prstDash val="solid"/>
          </a:ln>
        </p:spPr>
      </p:sp>
      <p:sp>
        <p:nvSpPr>
          <p:cNvPr id="62" name="recovery-title">
            <a:extLst xmlns:a="http://schemas.openxmlformats.org/drawingml/2006/main">
              <a:ext uri="{FF2B5EF4-FFF2-40B4-BE49-F238E27FC236}">
                <a16:creationId xmlns:a16="http://schemas.microsoft.com/office/drawing/2014/main" id="{C81B2D25-0AFC-4ECC-9696-D38B9314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8630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4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448B5"/>
                </a:solidFill>
                <a:latin typeface="Microsoft YaHei"/>
                <a:ea typeface="Microsoft YaHei"/>
                <a:cs typeface="Microsoft YaHei"/>
              </a:rPr>
              <a:t>持久化与恢复</a:t>
            </a:r>
          </a:p>
        </p:txBody>
      </p:sp>
      <p:sp>
        <p:nvSpPr>
          <p:cNvPr id="63" name="recovery-body">
            <a:extLst xmlns:a="http://schemas.openxmlformats.org/drawingml/2006/main">
              <a:ext uri="{FF2B5EF4-FFF2-40B4-BE49-F238E27FC236}">
                <a16:creationId xmlns:a16="http://schemas.microsoft.com/office/drawing/2014/main" id="{D4867A4F-91FA-470A-AD7A-3D7A6E37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2442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queued − delivered 重放待投递消息</a:t>
            </a:r>
          </a:p>
          <a:p xmlns:a="http://schemas.openxmlformats.org/drawingml/2006/main">
            <a:pPr algn="l">
              <a:defRPr sz="7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目标 Session 按 messageId 去重</a:t>
            </a:r>
          </a:p>
        </p:txBody>
      </p:sp>
      <p:sp>
        <p:nvSpPr>
          <p:cNvPr id="64" name="settlement">
            <a:extLst xmlns:a="http://schemas.openxmlformats.org/drawingml/2006/main">
              <a:ext uri="{FF2B5EF4-FFF2-40B4-BE49-F238E27FC236}">
                <a16:creationId xmlns:a16="http://schemas.microsoft.com/office/drawing/2014/main" id="{66564673-7831-4670-8864-2DA54326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81525"/>
            <a:ext cx="28003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5" name="settlement-title">
            <a:extLst xmlns:a="http://schemas.openxmlformats.org/drawingml/2006/main">
              <a:ext uri="{FF2B5EF4-FFF2-40B4-BE49-F238E27FC236}">
                <a16:creationId xmlns:a16="http://schemas.microsoft.com/office/drawing/2014/main" id="{81C07E24-FFB9-4334-AD47-DEF6567F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结果回传</a:t>
            </a:r>
          </a:p>
        </p:txBody>
      </p:sp>
      <p:sp>
        <p:nvSpPr>
          <p:cNvPr id="66" name="settlement-body">
            <a:extLst xmlns:a="http://schemas.openxmlformats.org/drawingml/2006/main">
              <a:ext uri="{FF2B5EF4-FFF2-40B4-BE49-F238E27FC236}">
                <a16:creationId xmlns:a16="http://schemas.microsoft.com/office/drawing/2014/main" id="{823A8FD3-1A42-4648-9258-BA94AC05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24425"/>
            <a:ext cx="2533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one-shot 返回单次 result</a:t>
            </a:r>
          </a:p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continuable 结算时通知直接 parent</a:t>
            </a:r>
          </a:p>
        </p:txBody>
      </p:sp>
      <p:sp>
        <p:nvSpPr>
          <p:cNvPr id="67" name="decision-column">
            <a:extLst xmlns:a="http://schemas.openxmlformats.org/drawingml/2006/main">
              <a:ext uri="{FF2B5EF4-FFF2-40B4-BE49-F238E27FC236}">
                <a16:creationId xmlns:a16="http://schemas.microsoft.com/office/drawing/2014/main" id="{D938C6FF-4A61-47CC-96BD-EC8B65B9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14550"/>
            <a:ext cx="2571750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8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54D85CBA-0C8E-4DD1-B6A2-1B70A5FF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669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方案选择与边界</a:t>
            </a:r>
          </a:p>
        </p:txBody>
      </p:sp>
      <p:sp>
        <p:nvSpPr>
          <p:cNvPr id="69" name="decision-0">
            <a:extLst xmlns:a="http://schemas.openxmlformats.org/drawingml/2006/main">
              <a:ext uri="{FF2B5EF4-FFF2-40B4-BE49-F238E27FC236}">
                <a16:creationId xmlns:a16="http://schemas.microsoft.com/office/drawing/2014/main" id="{B3C1DDC8-32EF-4AAF-B96F-D6C562F8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57475"/>
            <a:ext cx="2228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0" name="decision-title-0">
            <a:extLst xmlns:a="http://schemas.openxmlformats.org/drawingml/2006/main">
              <a:ext uri="{FF2B5EF4-FFF2-40B4-BE49-F238E27FC236}">
                <a16:creationId xmlns:a16="http://schemas.microsoft.com/office/drawing/2014/main" id="{E90C9AEE-491E-45BF-8FB0-7D99C947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241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父子多轮通信</a:t>
            </a:r>
          </a:p>
        </p:txBody>
      </p:sp>
      <p:sp>
        <p:nvSpPr>
          <p:cNvPr id="71" name="decision-body-0">
            <a:extLst xmlns:a="http://schemas.openxmlformats.org/drawingml/2006/main">
              <a:ext uri="{FF2B5EF4-FFF2-40B4-BE49-F238E27FC236}">
                <a16:creationId xmlns:a16="http://schemas.microsoft.com/office/drawing/2014/main" id="{DEB842C2-1425-43FE-981D-EFB312BF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9560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send_message + Agent.steer</a:t>
            </a:r>
          </a:p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仅直接 parent 与 continuable child</a:t>
            </a:r>
          </a:p>
        </p:txBody>
      </p:sp>
      <p:sp>
        <p:nvSpPr>
          <p:cNvPr id="72" name="decision-1">
            <a:extLst xmlns:a="http://schemas.openxmlformats.org/drawingml/2006/main">
              <a:ext uri="{FF2B5EF4-FFF2-40B4-BE49-F238E27FC236}">
                <a16:creationId xmlns:a16="http://schemas.microsoft.com/office/drawing/2014/main" id="{1E36F5B6-AF08-456C-913A-207A445E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24225"/>
            <a:ext cx="2228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AAB8FF"/>
            </a:solidFill>
            <a:prstDash val="solid"/>
          </a:ln>
        </p:spPr>
      </p:sp>
      <p:sp>
        <p:nvSpPr>
          <p:cNvPr id="73" name="decision-title-1">
            <a:extLst xmlns:a="http://schemas.openxmlformats.org/drawingml/2006/main">
              <a:ext uri="{FF2B5EF4-FFF2-40B4-BE49-F238E27FC236}">
                <a16:creationId xmlns:a16="http://schemas.microsoft.com/office/drawing/2014/main" id="{4009CF91-FE3B-4674-979D-CCE63F22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9090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448B5"/>
                </a:solidFill>
                <a:latin typeface="Microsoft YaHei"/>
                <a:ea typeface="Microsoft YaHei"/>
                <a:cs typeface="Microsoft YaHei"/>
              </a:rPr>
              <a:t>Team 点对点协作</a:t>
            </a:r>
          </a:p>
        </p:txBody>
      </p:sp>
      <p:sp>
        <p:nvSpPr>
          <p:cNvPr id="74" name="decision-body-1">
            <a:extLst xmlns:a="http://schemas.openxmlformats.org/drawingml/2006/main">
              <a:ext uri="{FF2B5EF4-FFF2-40B4-BE49-F238E27FC236}">
                <a16:creationId xmlns:a16="http://schemas.microsoft.com/office/drawing/2014/main" id="{14A0B115-589D-40AE-8429-8974B3F9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623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持久 Mailbox + shared task board</a:t>
            </a:r>
          </a:p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成员离线时消息排队</a:t>
            </a:r>
          </a:p>
        </p:txBody>
      </p:sp>
      <p:sp>
        <p:nvSpPr>
          <p:cNvPr id="75" name="decision-2">
            <a:extLst xmlns:a="http://schemas.openxmlformats.org/drawingml/2006/main">
              <a:ext uri="{FF2B5EF4-FFF2-40B4-BE49-F238E27FC236}">
                <a16:creationId xmlns:a16="http://schemas.microsoft.com/office/drawing/2014/main" id="{EF518921-1BB6-44CE-9EA3-5E3F7341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90975"/>
            <a:ext cx="2228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6" name="decision-title-2">
            <a:extLst xmlns:a="http://schemas.openxmlformats.org/drawingml/2006/main">
              <a:ext uri="{FF2B5EF4-FFF2-40B4-BE49-F238E27FC236}">
                <a16:creationId xmlns:a16="http://schemas.microsoft.com/office/drawing/2014/main" id="{9E805298-6A36-45BF-9678-CF40809C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576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共享代码与产物</a:t>
            </a:r>
          </a:p>
        </p:txBody>
      </p:sp>
      <p:sp>
        <p:nvSpPr>
          <p:cNvPr id="77" name="decision-body-2">
            <a:extLst xmlns:a="http://schemas.openxmlformats.org/drawingml/2006/main">
              <a:ext uri="{FF2B5EF4-FFF2-40B4-BE49-F238E27FC236}">
                <a16:creationId xmlns:a16="http://schemas.microsoft.com/office/drawing/2014/main" id="{C87435A1-5A32-47BB-B424-EB526923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2910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同一 checkout 修改立即可见</a:t>
            </a:r>
          </a:p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文件不承担可靠消息传递</a:t>
            </a:r>
          </a:p>
        </p:txBody>
      </p:sp>
      <p:sp>
        <p:nvSpPr>
          <p:cNvPr id="78" name="decision-3">
            <a:extLst xmlns:a="http://schemas.openxmlformats.org/drawingml/2006/main">
              <a:ext uri="{FF2B5EF4-FFF2-40B4-BE49-F238E27FC236}">
                <a16:creationId xmlns:a16="http://schemas.microsoft.com/office/drawing/2014/main" id="{F969205E-1544-4155-AA47-06910212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57725"/>
            <a:ext cx="2228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79" name="decision-title-3">
            <a:extLst xmlns:a="http://schemas.openxmlformats.org/drawingml/2006/main">
              <a:ext uri="{FF2B5EF4-FFF2-40B4-BE49-F238E27FC236}">
                <a16:creationId xmlns:a16="http://schemas.microsoft.com/office/drawing/2014/main" id="{B131FB03-932C-4A00-8539-4A977793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2440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跨进程 Provider</a:t>
            </a:r>
          </a:p>
        </p:txBody>
      </p:sp>
      <p:sp>
        <p:nvSpPr>
          <p:cNvPr id="80" name="decision-body-3">
            <a:extLst xmlns:a="http://schemas.openxmlformats.org/drawingml/2006/main">
              <a:ext uri="{FF2B5EF4-FFF2-40B4-BE49-F238E27FC236}">
                <a16:creationId xmlns:a16="http://schemas.microsoft.com/office/drawing/2014/main" id="{CFCFF77A-2003-46DC-8DF7-CCE97AFB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958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ACP / stdio / SDK 负责外部子进程</a:t>
            </a:r>
          </a:p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Agent Teams 当前只支持单进程</a:t>
            </a:r>
          </a:p>
        </p:txBody>
      </p:sp>
      <p:sp>
        <p:nvSpPr>
          <p:cNvPr id="81" name="summary-band">
            <a:extLst xmlns:a="http://schemas.openxmlformats.org/drawingml/2006/main">
              <a:ext uri="{FF2B5EF4-FFF2-40B4-BE49-F238E27FC236}">
                <a16:creationId xmlns:a16="http://schemas.microsoft.com/office/drawing/2014/main" id="{032E53CF-D71C-4B9B-ADE3-68218281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743575"/>
            <a:ext cx="11582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82" name="summary-label">
            <a:extLst xmlns:a="http://schemas.openxmlformats.org/drawingml/2006/main">
              <a:ext uri="{FF2B5EF4-FFF2-40B4-BE49-F238E27FC236}">
                <a16:creationId xmlns:a16="http://schemas.microsoft.com/office/drawing/2014/main" id="{056053BB-6AEE-44F2-BB08-5B5721AF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76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E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ED8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83" name="summary-text">
            <a:extLst xmlns:a="http://schemas.openxmlformats.org/drawingml/2006/main">
              <a:ext uri="{FF2B5EF4-FFF2-40B4-BE49-F238E27FC236}">
                <a16:creationId xmlns:a16="http://schemas.microsoft.com/office/drawing/2014/main" id="{4EBDA18F-36FA-4ED3-88FF-4312ED01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29300"/>
            <a:ext cx="1045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消息接口负责控制与协作，Session 日志负责可靠恢复，内存负责实时调度，文件系统负责共享工作成果</a:t>
            </a:r>
          </a:p>
        </p:txBody>
      </p:sp>
      <p:sp>
        <p:nvSpPr>
          <p:cNvPr id="84" name="comm-footer">
            <a:extLst xmlns:a="http://schemas.openxmlformats.org/drawingml/2006/main">
              <a:ext uri="{FF2B5EF4-FFF2-40B4-BE49-F238E27FC236}">
                <a16:creationId xmlns:a16="http://schemas.microsoft.com/office/drawing/2014/main" id="{F0ABD780-318D-4679-92F9-689BE61D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467"/>
                </a:solidFill>
                <a:latin typeface="Microsoft YaHei"/>
                <a:ea typeface="Microsoft YaHei"/>
                <a:cs typeface="Microsoft YaHei"/>
              </a:rPr>
              <a:t>实现保证：Agent Inbox 保序；Agent Teams 采用进程内重试与目标 Session 去重，不提供跨进程 exactly-once 或文件锁</a:t>
            </a:r>
          </a:p>
        </p:txBody>
      </p:sp>
      <p:sp>
        <p:nvSpPr>
          <p:cNvPr id="85" name="comm-page">
            <a:extLst xmlns:a="http://schemas.openxmlformats.org/drawingml/2006/main">
              <a:ext uri="{FF2B5EF4-FFF2-40B4-BE49-F238E27FC236}">
                <a16:creationId xmlns:a16="http://schemas.microsoft.com/office/drawing/2014/main" id="{9DA98E42-FBB3-496C-90EA-E44C9565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55496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2026-09-15T02:05:48.2470000Z</dcterms:created>
  <dcterms:modified xsi:type="dcterms:W3CDTF">2026-09-15T02:05:48.2470000Z</dcterms:modified>
</coreProperties>
</file>